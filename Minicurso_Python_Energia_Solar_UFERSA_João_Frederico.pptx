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5"/>
  </p:notesMasterIdLst>
  <p:sldIdLst>
    <p:sldId id="256" r:id="rId2"/>
    <p:sldId id="258" r:id="rId3"/>
    <p:sldId id="262" r:id="rId4"/>
    <p:sldId id="297" r:id="rId5"/>
    <p:sldId id="299" r:id="rId6"/>
    <p:sldId id="300" r:id="rId7"/>
    <p:sldId id="303" r:id="rId8"/>
    <p:sldId id="298" r:id="rId9"/>
    <p:sldId id="304" r:id="rId10"/>
    <p:sldId id="301" r:id="rId11"/>
    <p:sldId id="308" r:id="rId12"/>
    <p:sldId id="302" r:id="rId13"/>
    <p:sldId id="311" r:id="rId14"/>
    <p:sldId id="307" r:id="rId15"/>
    <p:sldId id="306" r:id="rId16"/>
    <p:sldId id="310" r:id="rId17"/>
    <p:sldId id="309" r:id="rId18"/>
    <p:sldId id="312" r:id="rId19"/>
    <p:sldId id="313" r:id="rId20"/>
    <p:sldId id="314" r:id="rId21"/>
    <p:sldId id="315" r:id="rId22"/>
    <p:sldId id="317" r:id="rId23"/>
    <p:sldId id="318" r:id="rId24"/>
    <p:sldId id="319" r:id="rId25"/>
    <p:sldId id="320" r:id="rId26"/>
    <p:sldId id="321" r:id="rId27"/>
    <p:sldId id="316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43"/>
    <p:sldId id="272" r:id="rId44"/>
  </p:sldIdLst>
  <p:sldSz cx="18288000" cy="10287000"/>
  <p:notesSz cx="6858000" cy="9144000"/>
  <p:embeddedFontLst>
    <p:embeddedFont>
      <p:font typeface="Cambria Math" panose="02040503050406030204" pitchFamily="18" charset="0"/>
      <p:regular r:id="rId46"/>
    </p:embeddedFont>
    <p:embeddedFont>
      <p:font typeface="Futura" panose="020B0604020202020204" charset="0"/>
      <p:regular r:id="rId47"/>
    </p:embeddedFont>
    <p:embeddedFont>
      <p:font typeface="League Spartan" panose="020B0604020202020204" charset="0"/>
      <p:regular r:id="rId48"/>
    </p:embeddedFont>
    <p:embeddedFont>
      <p:font typeface="Oswald" panose="00000500000000000000" pitchFamily="2" charset="0"/>
      <p:regular r:id="rId49"/>
      <p:bold r:id="rId50"/>
    </p:embeddedFont>
    <p:embeddedFont>
      <p:font typeface="Oswald Bold" panose="00000800000000000000" charset="0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Frederico" userId="79b64b9f-5401-435a-857e-1debfc15e995" providerId="ADAL" clId="{86D65DD3-308C-4D51-A569-573CC6A4FA8E}"/>
    <pc:docChg chg="undo custSel addSld delSld modSld sldOrd">
      <pc:chgData name="João Frederico" userId="79b64b9f-5401-435a-857e-1debfc15e995" providerId="ADAL" clId="{86D65DD3-308C-4D51-A569-573CC6A4FA8E}" dt="2026-09-18T14:01:01.011" v="4199" actId="47"/>
      <pc:docMkLst>
        <pc:docMk/>
      </pc:docMkLst>
      <pc:sldChg chg="delSp del mod">
        <pc:chgData name="João Frederico" userId="79b64b9f-5401-435a-857e-1debfc15e995" providerId="ADAL" clId="{86D65DD3-308C-4D51-A569-573CC6A4FA8E}" dt="2026-09-17T02:05:43.581" v="5" actId="47"/>
        <pc:sldMkLst>
          <pc:docMk/>
          <pc:sldMk cId="0" sldId="257"/>
        </pc:sldMkLst>
        <pc:spChg chg="del">
          <ac:chgData name="João Frederico" userId="79b64b9f-5401-435a-857e-1debfc15e995" providerId="ADAL" clId="{86D65DD3-308C-4D51-A569-573CC6A4FA8E}" dt="2026-09-17T02:01:15.273" v="1" actId="478"/>
          <ac:spMkLst>
            <pc:docMk/>
            <pc:sldMk cId="0" sldId="257"/>
            <ac:spMk id="22" creationId="{00000000-0000-0000-0000-000000000000}"/>
          </ac:spMkLst>
        </pc:spChg>
        <pc:grpChg chg="del">
          <ac:chgData name="João Frederico" userId="79b64b9f-5401-435a-857e-1debfc15e995" providerId="ADAL" clId="{86D65DD3-308C-4D51-A569-573CC6A4FA8E}" dt="2026-09-17T02:01:12.692" v="0" actId="478"/>
          <ac:grpSpMkLst>
            <pc:docMk/>
            <pc:sldMk cId="0" sldId="257"/>
            <ac:grpSpMk id="23" creationId="{00000000-0000-0000-0000-000000000000}"/>
          </ac:grpSpMkLst>
        </pc:grpChg>
      </pc:sldChg>
      <pc:sldChg chg="modSp mod">
        <pc:chgData name="João Frederico" userId="79b64b9f-5401-435a-857e-1debfc15e995" providerId="ADAL" clId="{86D65DD3-308C-4D51-A569-573CC6A4FA8E}" dt="2026-09-17T05:20:47.854" v="3826" actId="14100"/>
        <pc:sldMkLst>
          <pc:docMk/>
          <pc:sldMk cId="0" sldId="258"/>
        </pc:sldMkLst>
        <pc:spChg chg="mod">
          <ac:chgData name="João Frederico" userId="79b64b9f-5401-435a-857e-1debfc15e995" providerId="ADAL" clId="{86D65DD3-308C-4D51-A569-573CC6A4FA8E}" dt="2026-09-17T02:09:16.805" v="40" actId="20577"/>
          <ac:spMkLst>
            <pc:docMk/>
            <pc:sldMk cId="0" sldId="258"/>
            <ac:spMk id="35" creationId="{69FB57C8-FDEE-3812-56B1-DC7EA6A253FC}"/>
          </ac:spMkLst>
        </pc:spChg>
        <pc:spChg chg="mod">
          <ac:chgData name="João Frederico" userId="79b64b9f-5401-435a-857e-1debfc15e995" providerId="ADAL" clId="{86D65DD3-308C-4D51-A569-573CC6A4FA8E}" dt="2026-09-17T02:07:06.091" v="13" actId="1076"/>
          <ac:spMkLst>
            <pc:docMk/>
            <pc:sldMk cId="0" sldId="258"/>
            <ac:spMk id="37" creationId="{1F40E4CA-BA3B-C58D-0418-9AB2A0537A5D}"/>
          </ac:spMkLst>
        </pc:spChg>
        <pc:spChg chg="mod">
          <ac:chgData name="João Frederico" userId="79b64b9f-5401-435a-857e-1debfc15e995" providerId="ADAL" clId="{86D65DD3-308C-4D51-A569-573CC6A4FA8E}" dt="2026-09-17T02:08:41.901" v="36" actId="1076"/>
          <ac:spMkLst>
            <pc:docMk/>
            <pc:sldMk cId="0" sldId="258"/>
            <ac:spMk id="39" creationId="{8D08290D-7E61-AEE2-6887-0BF4E7B4B65D}"/>
          </ac:spMkLst>
        </pc:spChg>
        <pc:spChg chg="mod">
          <ac:chgData name="João Frederico" userId="79b64b9f-5401-435a-857e-1debfc15e995" providerId="ADAL" clId="{86D65DD3-308C-4D51-A569-573CC6A4FA8E}" dt="2026-09-17T02:08:41.901" v="36" actId="1076"/>
          <ac:spMkLst>
            <pc:docMk/>
            <pc:sldMk cId="0" sldId="258"/>
            <ac:spMk id="41" creationId="{AF4E1ADB-A3F7-B653-B50D-5D8A590DBE84}"/>
          </ac:spMkLst>
        </pc:spChg>
        <pc:spChg chg="mod">
          <ac:chgData name="João Frederico" userId="79b64b9f-5401-435a-857e-1debfc15e995" providerId="ADAL" clId="{86D65DD3-308C-4D51-A569-573CC6A4FA8E}" dt="2026-09-17T02:08:31.884" v="35" actId="1076"/>
          <ac:spMkLst>
            <pc:docMk/>
            <pc:sldMk cId="0" sldId="258"/>
            <ac:spMk id="43" creationId="{D184E9F1-F15B-BFD3-A2ED-E12963D15274}"/>
          </ac:spMkLst>
        </pc:spChg>
        <pc:spChg chg="mod">
          <ac:chgData name="João Frederico" userId="79b64b9f-5401-435a-857e-1debfc15e995" providerId="ADAL" clId="{86D65DD3-308C-4D51-A569-573CC6A4FA8E}" dt="2026-09-17T02:08:31.884" v="35" actId="1076"/>
          <ac:spMkLst>
            <pc:docMk/>
            <pc:sldMk cId="0" sldId="258"/>
            <ac:spMk id="45" creationId="{487CD7A9-9219-E2F9-3E86-45FCFCC184E0}"/>
          </ac:spMkLst>
        </pc:spChg>
        <pc:spChg chg="mod">
          <ac:chgData name="João Frederico" userId="79b64b9f-5401-435a-857e-1debfc15e995" providerId="ADAL" clId="{86D65DD3-308C-4D51-A569-573CC6A4FA8E}" dt="2026-09-17T02:08:28.200" v="34" actId="1076"/>
          <ac:spMkLst>
            <pc:docMk/>
            <pc:sldMk cId="0" sldId="258"/>
            <ac:spMk id="47" creationId="{0C5F60FD-7003-C1C6-A779-B5D5E7218C17}"/>
          </ac:spMkLst>
        </pc:spChg>
        <pc:spChg chg="mod">
          <ac:chgData name="João Frederico" userId="79b64b9f-5401-435a-857e-1debfc15e995" providerId="ADAL" clId="{86D65DD3-308C-4D51-A569-573CC6A4FA8E}" dt="2026-09-17T02:08:28.200" v="34" actId="1076"/>
          <ac:spMkLst>
            <pc:docMk/>
            <pc:sldMk cId="0" sldId="258"/>
            <ac:spMk id="49" creationId="{BA4620FF-9928-A91D-BD30-EBFD7489374C}"/>
          </ac:spMkLst>
        </pc:spChg>
        <pc:spChg chg="mod">
          <ac:chgData name="João Frederico" userId="79b64b9f-5401-435a-857e-1debfc15e995" providerId="ADAL" clId="{86D65DD3-308C-4D51-A569-573CC6A4FA8E}" dt="2026-09-17T02:08:24.734" v="33" actId="1076"/>
          <ac:spMkLst>
            <pc:docMk/>
            <pc:sldMk cId="0" sldId="258"/>
            <ac:spMk id="51" creationId="{34DED950-36D7-C107-2781-C8A3AA575032}"/>
          </ac:spMkLst>
        </pc:spChg>
        <pc:spChg chg="mod">
          <ac:chgData name="João Frederico" userId="79b64b9f-5401-435a-857e-1debfc15e995" providerId="ADAL" clId="{86D65DD3-308C-4D51-A569-573CC6A4FA8E}" dt="2026-09-17T02:08:24.734" v="33" actId="1076"/>
          <ac:spMkLst>
            <pc:docMk/>
            <pc:sldMk cId="0" sldId="258"/>
            <ac:spMk id="53" creationId="{5583389F-CDC4-F493-E807-E30B3920FFDF}"/>
          </ac:spMkLst>
        </pc:spChg>
        <pc:spChg chg="mod">
          <ac:chgData name="João Frederico" userId="79b64b9f-5401-435a-857e-1debfc15e995" providerId="ADAL" clId="{86D65DD3-308C-4D51-A569-573CC6A4FA8E}" dt="2026-09-17T02:08:17.906" v="32" actId="1076"/>
          <ac:spMkLst>
            <pc:docMk/>
            <pc:sldMk cId="0" sldId="258"/>
            <ac:spMk id="55" creationId="{FDD7FBCB-CDA4-721C-CD25-FD0B04210FC3}"/>
          </ac:spMkLst>
        </pc:spChg>
        <pc:spChg chg="mod">
          <ac:chgData name="João Frederico" userId="79b64b9f-5401-435a-857e-1debfc15e995" providerId="ADAL" clId="{86D65DD3-308C-4D51-A569-573CC6A4FA8E}" dt="2026-09-17T05:20:15.850" v="3758" actId="20577"/>
          <ac:spMkLst>
            <pc:docMk/>
            <pc:sldMk cId="0" sldId="258"/>
            <ac:spMk id="57" creationId="{38A67152-6836-2AC1-4B0B-49BB9AFEF67F}"/>
          </ac:spMkLst>
        </pc:spChg>
        <pc:spChg chg="mod">
          <ac:chgData name="João Frederico" userId="79b64b9f-5401-435a-857e-1debfc15e995" providerId="ADAL" clId="{86D65DD3-308C-4D51-A569-573CC6A4FA8E}" dt="2026-09-17T02:08:12.202" v="31" actId="1076"/>
          <ac:spMkLst>
            <pc:docMk/>
            <pc:sldMk cId="0" sldId="258"/>
            <ac:spMk id="59" creationId="{F3D89817-083A-A385-7D24-5A024C38C564}"/>
          </ac:spMkLst>
        </pc:spChg>
        <pc:spChg chg="mod">
          <ac:chgData name="João Frederico" userId="79b64b9f-5401-435a-857e-1debfc15e995" providerId="ADAL" clId="{86D65DD3-308C-4D51-A569-573CC6A4FA8E}" dt="2026-09-17T05:20:47.854" v="3826" actId="14100"/>
          <ac:spMkLst>
            <pc:docMk/>
            <pc:sldMk cId="0" sldId="258"/>
            <ac:spMk id="61" creationId="{EEAE504D-53D2-F1E2-901C-7CAD347E90EB}"/>
          </ac:spMkLst>
        </pc:spChg>
      </pc:sldChg>
      <pc:sldChg chg="del">
        <pc:chgData name="João Frederico" userId="79b64b9f-5401-435a-857e-1debfc15e995" providerId="ADAL" clId="{86D65DD3-308C-4D51-A569-573CC6A4FA8E}" dt="2026-09-17T02:06:46.851" v="6" actId="47"/>
        <pc:sldMkLst>
          <pc:docMk/>
          <pc:sldMk cId="0" sldId="259"/>
        </pc:sldMkLst>
      </pc:sldChg>
      <pc:sldChg chg="del ord">
        <pc:chgData name="João Frederico" userId="79b64b9f-5401-435a-857e-1debfc15e995" providerId="ADAL" clId="{86D65DD3-308C-4D51-A569-573CC6A4FA8E}" dt="2026-09-18T14:01:01.011" v="4199" actId="47"/>
        <pc:sldMkLst>
          <pc:docMk/>
          <pc:sldMk cId="0" sldId="260"/>
        </pc:sldMkLst>
      </pc:sldChg>
      <pc:sldChg chg="modSp del mod">
        <pc:chgData name="João Frederico" userId="79b64b9f-5401-435a-857e-1debfc15e995" providerId="ADAL" clId="{86D65DD3-308C-4D51-A569-573CC6A4FA8E}" dt="2026-09-17T02:10:28.874" v="123" actId="47"/>
        <pc:sldMkLst>
          <pc:docMk/>
          <pc:sldMk cId="0" sldId="261"/>
        </pc:sldMkLst>
        <pc:spChg chg="mod">
          <ac:chgData name="João Frederico" userId="79b64b9f-5401-435a-857e-1debfc15e995" providerId="ADAL" clId="{86D65DD3-308C-4D51-A569-573CC6A4FA8E}" dt="2026-09-17T02:10:01.024" v="80" actId="1076"/>
          <ac:spMkLst>
            <pc:docMk/>
            <pc:sldMk cId="0" sldId="261"/>
            <ac:spMk id="3" creationId="{00000000-0000-0000-0000-000000000000}"/>
          </ac:spMkLst>
        </pc:spChg>
      </pc:sldChg>
      <pc:sldChg chg="modSp mod ord">
        <pc:chgData name="João Frederico" userId="79b64b9f-5401-435a-857e-1debfc15e995" providerId="ADAL" clId="{86D65DD3-308C-4D51-A569-573CC6A4FA8E}" dt="2026-09-17T02:10:23.892" v="122" actId="1076"/>
        <pc:sldMkLst>
          <pc:docMk/>
          <pc:sldMk cId="0" sldId="262"/>
        </pc:sldMkLst>
        <pc:spChg chg="mod">
          <ac:chgData name="João Frederico" userId="79b64b9f-5401-435a-857e-1debfc15e995" providerId="ADAL" clId="{86D65DD3-308C-4D51-A569-573CC6A4FA8E}" dt="2026-09-17T02:10:23.892" v="122" actId="1076"/>
          <ac:spMkLst>
            <pc:docMk/>
            <pc:sldMk cId="0" sldId="262"/>
            <ac:spMk id="4" creationId="{00000000-0000-0000-0000-000000000000}"/>
          </ac:spMkLst>
        </pc:spChg>
      </pc:sldChg>
      <pc:sldChg chg="add del">
        <pc:chgData name="João Frederico" userId="79b64b9f-5401-435a-857e-1debfc15e995" providerId="ADAL" clId="{86D65DD3-308C-4D51-A569-573CC6A4FA8E}" dt="2026-09-17T05:27:49.266" v="4167" actId="47"/>
        <pc:sldMkLst>
          <pc:docMk/>
          <pc:sldMk cId="0" sldId="263"/>
        </pc:sldMkLst>
      </pc:sldChg>
      <pc:sldChg chg="add del ord">
        <pc:chgData name="João Frederico" userId="79b64b9f-5401-435a-857e-1debfc15e995" providerId="ADAL" clId="{86D65DD3-308C-4D51-A569-573CC6A4FA8E}" dt="2026-09-17T05:27:48.724" v="4166" actId="47"/>
        <pc:sldMkLst>
          <pc:docMk/>
          <pc:sldMk cId="0" sldId="264"/>
        </pc:sldMkLst>
      </pc:sldChg>
      <pc:sldChg chg="add del">
        <pc:chgData name="João Frederico" userId="79b64b9f-5401-435a-857e-1debfc15e995" providerId="ADAL" clId="{86D65DD3-308C-4D51-A569-573CC6A4FA8E}" dt="2026-09-17T05:27:49.706" v="4168" actId="47"/>
        <pc:sldMkLst>
          <pc:docMk/>
          <pc:sldMk cId="0" sldId="265"/>
        </pc:sldMkLst>
      </pc:sldChg>
      <pc:sldChg chg="add del">
        <pc:chgData name="João Frederico" userId="79b64b9f-5401-435a-857e-1debfc15e995" providerId="ADAL" clId="{86D65DD3-308C-4D51-A569-573CC6A4FA8E}" dt="2026-09-17T05:27:51.004" v="4169" actId="47"/>
        <pc:sldMkLst>
          <pc:docMk/>
          <pc:sldMk cId="0" sldId="266"/>
        </pc:sldMkLst>
      </pc:sldChg>
      <pc:sldChg chg="add del">
        <pc:chgData name="João Frederico" userId="79b64b9f-5401-435a-857e-1debfc15e995" providerId="ADAL" clId="{86D65DD3-308C-4D51-A569-573CC6A4FA8E}" dt="2026-09-17T02:14:39.215" v="167" actId="47"/>
        <pc:sldMkLst>
          <pc:docMk/>
          <pc:sldMk cId="0" sldId="267"/>
        </pc:sldMkLst>
      </pc:sldChg>
      <pc:sldChg chg="del">
        <pc:chgData name="João Frederico" userId="79b64b9f-5401-435a-857e-1debfc15e995" providerId="ADAL" clId="{86D65DD3-308C-4D51-A569-573CC6A4FA8E}" dt="2026-09-17T02:13:17.680" v="146" actId="47"/>
        <pc:sldMkLst>
          <pc:docMk/>
          <pc:sldMk cId="0" sldId="268"/>
        </pc:sldMkLst>
      </pc:sldChg>
      <pc:sldChg chg="addSp delSp modSp del mod">
        <pc:chgData name="João Frederico" userId="79b64b9f-5401-435a-857e-1debfc15e995" providerId="ADAL" clId="{86D65DD3-308C-4D51-A569-573CC6A4FA8E}" dt="2026-09-17T05:27:51.409" v="4170" actId="47"/>
        <pc:sldMkLst>
          <pc:docMk/>
          <pc:sldMk cId="0" sldId="269"/>
        </pc:sldMkLst>
        <pc:spChg chg="mod">
          <ac:chgData name="João Frederico" userId="79b64b9f-5401-435a-857e-1debfc15e995" providerId="ADAL" clId="{86D65DD3-308C-4D51-A569-573CC6A4FA8E}" dt="2026-09-17T02:11:36.665" v="133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11:44.402" v="143" actId="6549"/>
          <ac:spMkLst>
            <pc:docMk/>
            <pc:sldMk cId="0" sldId="269"/>
            <ac:spMk id="33" creationId="{00000000-0000-0000-0000-000000000000}"/>
          </ac:spMkLst>
        </pc:spChg>
        <pc:grpChg chg="add del">
          <ac:chgData name="João Frederico" userId="79b64b9f-5401-435a-857e-1debfc15e995" providerId="ADAL" clId="{86D65DD3-308C-4D51-A569-573CC6A4FA8E}" dt="2026-09-17T02:14:25.586" v="159" actId="478"/>
          <ac:grpSpMkLst>
            <pc:docMk/>
            <pc:sldMk cId="0" sldId="269"/>
            <ac:grpSpMk id="9" creationId="{00000000-0000-0000-0000-000000000000}"/>
          </ac:grpSpMkLst>
        </pc:grpChg>
        <pc:grpChg chg="mod">
          <ac:chgData name="João Frederico" userId="79b64b9f-5401-435a-857e-1debfc15e995" providerId="ADAL" clId="{86D65DD3-308C-4D51-A569-573CC6A4FA8E}" dt="2026-09-17T02:11:58.431" v="145" actId="1076"/>
          <ac:grpSpMkLst>
            <pc:docMk/>
            <pc:sldMk cId="0" sldId="269"/>
            <ac:grpSpMk id="14" creationId="{00000000-0000-0000-0000-000000000000}"/>
          </ac:grpSpMkLst>
        </pc:grpChg>
        <pc:picChg chg="add del mod">
          <ac:chgData name="João Frederico" userId="79b64b9f-5401-435a-857e-1debfc15e995" providerId="ADAL" clId="{86D65DD3-308C-4D51-A569-573CC6A4FA8E}" dt="2026-09-17T02:14:25.210" v="158" actId="22"/>
          <ac:picMkLst>
            <pc:docMk/>
            <pc:sldMk cId="0" sldId="269"/>
            <ac:picMk id="60" creationId="{4F7883EB-4F50-97FB-3EBC-EB3947E51146}"/>
          </ac:picMkLst>
        </pc:picChg>
      </pc:sldChg>
      <pc:sldChg chg="addSp delSp modSp add del mod ord">
        <pc:chgData name="João Frederico" userId="79b64b9f-5401-435a-857e-1debfc15e995" providerId="ADAL" clId="{86D65DD3-308C-4D51-A569-573CC6A4FA8E}" dt="2026-09-17T03:34:08.325" v="1887" actId="47"/>
        <pc:sldMkLst>
          <pc:docMk/>
          <pc:sldMk cId="0" sldId="270"/>
        </pc:sldMkLst>
        <pc:spChg chg="del">
          <ac:chgData name="João Frederico" userId="79b64b9f-5401-435a-857e-1debfc15e995" providerId="ADAL" clId="{86D65DD3-308C-4D51-A569-573CC6A4FA8E}" dt="2026-09-17T02:14:42.965" v="169" actId="478"/>
          <ac:spMkLst>
            <pc:docMk/>
            <pc:sldMk cId="0" sldId="270"/>
            <ac:spMk id="10" creationId="{00000000-0000-0000-0000-000000000000}"/>
          </ac:spMkLst>
        </pc:spChg>
        <pc:grpChg chg="del">
          <ac:chgData name="João Frederico" userId="79b64b9f-5401-435a-857e-1debfc15e995" providerId="ADAL" clId="{86D65DD3-308C-4D51-A569-573CC6A4FA8E}" dt="2026-09-17T02:14:41.869" v="168" actId="478"/>
          <ac:grpSpMkLst>
            <pc:docMk/>
            <pc:sldMk cId="0" sldId="270"/>
            <ac:grpSpMk id="8" creationId="{00000000-0000-0000-0000-000000000000}"/>
          </ac:grpSpMkLst>
        </pc:grpChg>
        <pc:picChg chg="add mod">
          <ac:chgData name="João Frederico" userId="79b64b9f-5401-435a-857e-1debfc15e995" providerId="ADAL" clId="{86D65DD3-308C-4D51-A569-573CC6A4FA8E}" dt="2026-09-17T02:14:48.625" v="173" actId="1076"/>
          <ac:picMkLst>
            <pc:docMk/>
            <pc:sldMk cId="0" sldId="270"/>
            <ac:picMk id="32" creationId="{17C7AA56-E6B8-4B85-77FE-7A0F986621ED}"/>
          </ac:picMkLst>
        </pc:picChg>
      </pc:sldChg>
      <pc:sldChg chg="del">
        <pc:chgData name="João Frederico" userId="79b64b9f-5401-435a-857e-1debfc15e995" providerId="ADAL" clId="{86D65DD3-308C-4D51-A569-573CC6A4FA8E}" dt="2026-09-17T05:27:51.974" v="4171" actId="47"/>
        <pc:sldMkLst>
          <pc:docMk/>
          <pc:sldMk cId="0" sldId="271"/>
        </pc:sldMkLst>
      </pc:sldChg>
      <pc:sldChg chg="addSp modSp mod ord">
        <pc:chgData name="João Frederico" userId="79b64b9f-5401-435a-857e-1debfc15e995" providerId="ADAL" clId="{86D65DD3-308C-4D51-A569-573CC6A4FA8E}" dt="2026-09-17T05:34:11.157" v="4189" actId="1076"/>
        <pc:sldMkLst>
          <pc:docMk/>
          <pc:sldMk cId="0" sldId="272"/>
        </pc:sldMkLst>
        <pc:spChg chg="add mod">
          <ac:chgData name="João Frederico" userId="79b64b9f-5401-435a-857e-1debfc15e995" providerId="ADAL" clId="{86D65DD3-308C-4D51-A569-573CC6A4FA8E}" dt="2026-09-17T05:34:11.157" v="4189" actId="1076"/>
          <ac:spMkLst>
            <pc:docMk/>
            <pc:sldMk cId="0" sldId="272"/>
            <ac:spMk id="80" creationId="{A33E21A1-D84E-2689-A917-51684E2C0D80}"/>
          </ac:spMkLst>
        </pc:spChg>
      </pc:sldChg>
      <pc:sldChg chg="del">
        <pc:chgData name="João Frederico" userId="79b64b9f-5401-435a-857e-1debfc15e995" providerId="ADAL" clId="{86D65DD3-308C-4D51-A569-573CC6A4FA8E}" dt="2026-09-17T02:11:03.488" v="126" actId="47"/>
        <pc:sldMkLst>
          <pc:docMk/>
          <pc:sldMk cId="0" sldId="273"/>
        </pc:sldMkLst>
      </pc:sldChg>
      <pc:sldChg chg="add del">
        <pc:chgData name="João Frederico" userId="79b64b9f-5401-435a-857e-1debfc15e995" providerId="ADAL" clId="{86D65DD3-308C-4D51-A569-573CC6A4FA8E}" dt="2026-09-18T14:00:54.021" v="4190" actId="47"/>
        <pc:sldMkLst>
          <pc:docMk/>
          <pc:sldMk cId="3605573676" sldId="274"/>
        </pc:sldMkLst>
      </pc:sldChg>
      <pc:sldChg chg="add del">
        <pc:chgData name="João Frederico" userId="79b64b9f-5401-435a-857e-1debfc15e995" providerId="ADAL" clId="{86D65DD3-308C-4D51-A569-573CC6A4FA8E}" dt="2026-09-18T14:00:54.686" v="4191" actId="47"/>
        <pc:sldMkLst>
          <pc:docMk/>
          <pc:sldMk cId="3702556034" sldId="275"/>
        </pc:sldMkLst>
      </pc:sldChg>
      <pc:sldChg chg="add del">
        <pc:chgData name="João Frederico" userId="79b64b9f-5401-435a-857e-1debfc15e995" providerId="ADAL" clId="{86D65DD3-308C-4D51-A569-573CC6A4FA8E}" dt="2026-09-18T14:00:55.188" v="4192" actId="47"/>
        <pc:sldMkLst>
          <pc:docMk/>
          <pc:sldMk cId="2690605947" sldId="276"/>
        </pc:sldMkLst>
      </pc:sldChg>
      <pc:sldChg chg="add del">
        <pc:chgData name="João Frederico" userId="79b64b9f-5401-435a-857e-1debfc15e995" providerId="ADAL" clId="{86D65DD3-308C-4D51-A569-573CC6A4FA8E}" dt="2026-09-18T14:00:55.667" v="4193" actId="47"/>
        <pc:sldMkLst>
          <pc:docMk/>
          <pc:sldMk cId="3199430577" sldId="277"/>
        </pc:sldMkLst>
      </pc:sldChg>
      <pc:sldChg chg="add del">
        <pc:chgData name="João Frederico" userId="79b64b9f-5401-435a-857e-1debfc15e995" providerId="ADAL" clId="{86D65DD3-308C-4D51-A569-573CC6A4FA8E}" dt="2026-09-18T14:00:55.982" v="4194" actId="47"/>
        <pc:sldMkLst>
          <pc:docMk/>
          <pc:sldMk cId="94519722" sldId="278"/>
        </pc:sldMkLst>
      </pc:sldChg>
      <pc:sldChg chg="add del">
        <pc:chgData name="João Frederico" userId="79b64b9f-5401-435a-857e-1debfc15e995" providerId="ADAL" clId="{86D65DD3-308C-4D51-A569-573CC6A4FA8E}" dt="2026-09-18T14:00:56.222" v="4195" actId="47"/>
        <pc:sldMkLst>
          <pc:docMk/>
          <pc:sldMk cId="2003752761" sldId="279"/>
        </pc:sldMkLst>
      </pc:sldChg>
      <pc:sldChg chg="add del">
        <pc:chgData name="João Frederico" userId="79b64b9f-5401-435a-857e-1debfc15e995" providerId="ADAL" clId="{86D65DD3-308C-4D51-A569-573CC6A4FA8E}" dt="2026-09-18T14:00:56.451" v="4196" actId="47"/>
        <pc:sldMkLst>
          <pc:docMk/>
          <pc:sldMk cId="1639389266" sldId="280"/>
        </pc:sldMkLst>
      </pc:sldChg>
      <pc:sldChg chg="add del">
        <pc:chgData name="João Frederico" userId="79b64b9f-5401-435a-857e-1debfc15e995" providerId="ADAL" clId="{86D65DD3-308C-4D51-A569-573CC6A4FA8E}" dt="2026-09-18T14:00:57.448" v="4197" actId="47"/>
        <pc:sldMkLst>
          <pc:docMk/>
          <pc:sldMk cId="3256835870" sldId="281"/>
        </pc:sldMkLst>
      </pc:sldChg>
      <pc:sldChg chg="add del">
        <pc:chgData name="João Frederico" userId="79b64b9f-5401-435a-857e-1debfc15e995" providerId="ADAL" clId="{86D65DD3-308C-4D51-A569-573CC6A4FA8E}" dt="2026-09-18T14:00:58.163" v="4198" actId="47"/>
        <pc:sldMkLst>
          <pc:docMk/>
          <pc:sldMk cId="2471509713" sldId="291"/>
        </pc:sldMkLst>
      </pc:sldChg>
      <pc:sldChg chg="add del">
        <pc:chgData name="João Frederico" userId="79b64b9f-5401-435a-857e-1debfc15e995" providerId="ADAL" clId="{86D65DD3-308C-4D51-A569-573CC6A4FA8E}" dt="2026-09-17T03:34:09.330" v="1888" actId="47"/>
        <pc:sldMkLst>
          <pc:docMk/>
          <pc:sldMk cId="531508041" sldId="292"/>
        </pc:sldMkLst>
      </pc:sldChg>
      <pc:sldChg chg="add del">
        <pc:chgData name="João Frederico" userId="79b64b9f-5401-435a-857e-1debfc15e995" providerId="ADAL" clId="{86D65DD3-308C-4D51-A569-573CC6A4FA8E}" dt="2026-09-17T02:14:26.122" v="160"/>
        <pc:sldMkLst>
          <pc:docMk/>
          <pc:sldMk cId="3163263314" sldId="292"/>
        </pc:sldMkLst>
      </pc:sldChg>
      <pc:sldChg chg="add del">
        <pc:chgData name="João Frederico" userId="79b64b9f-5401-435a-857e-1debfc15e995" providerId="ADAL" clId="{86D65DD3-308C-4D51-A569-573CC6A4FA8E}" dt="2026-09-17T03:34:06.590" v="1886" actId="47"/>
        <pc:sldMkLst>
          <pc:docMk/>
          <pc:sldMk cId="213840285" sldId="293"/>
        </pc:sldMkLst>
      </pc:sldChg>
      <pc:sldChg chg="addSp delSp modSp add del mod">
        <pc:chgData name="João Frederico" userId="79b64b9f-5401-435a-857e-1debfc15e995" providerId="ADAL" clId="{86D65DD3-308C-4D51-A569-573CC6A4FA8E}" dt="2026-09-17T02:21:15.407" v="216" actId="47"/>
        <pc:sldMkLst>
          <pc:docMk/>
          <pc:sldMk cId="0" sldId="294"/>
        </pc:sldMkLst>
        <pc:spChg chg="add del">
          <ac:chgData name="João Frederico" userId="79b64b9f-5401-435a-857e-1debfc15e995" providerId="ADAL" clId="{86D65DD3-308C-4D51-A569-573CC6A4FA8E}" dt="2026-09-17T02:21:00.713" v="213" actId="478"/>
          <ac:spMkLst>
            <pc:docMk/>
            <pc:sldMk cId="0" sldId="294"/>
            <ac:spMk id="3" creationId="{00000000-0000-0000-0000-000000000000}"/>
          </ac:spMkLst>
        </pc:spChg>
        <pc:spChg chg="del">
          <ac:chgData name="João Frederico" userId="79b64b9f-5401-435a-857e-1debfc15e995" providerId="ADAL" clId="{86D65DD3-308C-4D51-A569-573CC6A4FA8E}" dt="2026-09-17T02:20:11.737" v="202" actId="478"/>
          <ac:spMkLst>
            <pc:docMk/>
            <pc:sldMk cId="0" sldId="294"/>
            <ac:spMk id="6" creationId="{00000000-0000-0000-0000-000000000000}"/>
          </ac:spMkLst>
        </pc:spChg>
        <pc:spChg chg="del">
          <ac:chgData name="João Frederico" userId="79b64b9f-5401-435a-857e-1debfc15e995" providerId="ADAL" clId="{86D65DD3-308C-4D51-A569-573CC6A4FA8E}" dt="2026-09-17T02:20:15.367" v="203" actId="478"/>
          <ac:spMkLst>
            <pc:docMk/>
            <pc:sldMk cId="0" sldId="294"/>
            <ac:spMk id="7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19:28.319" v="181" actId="2711"/>
          <ac:spMkLst>
            <pc:docMk/>
            <pc:sldMk cId="0" sldId="294"/>
            <ac:spMk id="10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19:42.966" v="187" actId="2711"/>
          <ac:spMkLst>
            <pc:docMk/>
            <pc:sldMk cId="0" sldId="294"/>
            <ac:spMk id="11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19:47.444" v="188" actId="108"/>
          <ac:spMkLst>
            <pc:docMk/>
            <pc:sldMk cId="0" sldId="294"/>
            <ac:spMk id="12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19:48.613" v="189" actId="108"/>
          <ac:spMkLst>
            <pc:docMk/>
            <pc:sldMk cId="0" sldId="294"/>
            <ac:spMk id="13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19:33.952" v="182" actId="108"/>
          <ac:spMkLst>
            <pc:docMk/>
            <pc:sldMk cId="0" sldId="294"/>
            <ac:spMk id="16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19:50.280" v="190" actId="108"/>
          <ac:spMkLst>
            <pc:docMk/>
            <pc:sldMk cId="0" sldId="294"/>
            <ac:spMk id="17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19:50.856" v="191" actId="108"/>
          <ac:spMkLst>
            <pc:docMk/>
            <pc:sldMk cId="0" sldId="294"/>
            <ac:spMk id="18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19:51.534" v="192" actId="108"/>
          <ac:spMkLst>
            <pc:docMk/>
            <pc:sldMk cId="0" sldId="294"/>
            <ac:spMk id="19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19:35.863" v="184" actId="108"/>
          <ac:spMkLst>
            <pc:docMk/>
            <pc:sldMk cId="0" sldId="294"/>
            <ac:spMk id="22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19:52.776" v="193" actId="108"/>
          <ac:spMkLst>
            <pc:docMk/>
            <pc:sldMk cId="0" sldId="294"/>
            <ac:spMk id="23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19:55.534" v="197" actId="108"/>
          <ac:spMkLst>
            <pc:docMk/>
            <pc:sldMk cId="0" sldId="294"/>
            <ac:spMk id="24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19:54.339" v="195" actId="108"/>
          <ac:spMkLst>
            <pc:docMk/>
            <pc:sldMk cId="0" sldId="294"/>
            <ac:spMk id="25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19:37.403" v="186" actId="108"/>
          <ac:spMkLst>
            <pc:docMk/>
            <pc:sldMk cId="0" sldId="294"/>
            <ac:spMk id="28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19:59.478" v="198" actId="108"/>
          <ac:spMkLst>
            <pc:docMk/>
            <pc:sldMk cId="0" sldId="294"/>
            <ac:spMk id="29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20:00.375" v="199" actId="108"/>
          <ac:spMkLst>
            <pc:docMk/>
            <pc:sldMk cId="0" sldId="294"/>
            <ac:spMk id="30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20:00.854" v="200" actId="108"/>
          <ac:spMkLst>
            <pc:docMk/>
            <pc:sldMk cId="0" sldId="294"/>
            <ac:spMk id="31" creationId="{00000000-0000-0000-0000-000000000000}"/>
          </ac:spMkLst>
        </pc:spChg>
        <pc:spChg chg="mod">
          <ac:chgData name="João Frederico" userId="79b64b9f-5401-435a-857e-1debfc15e995" providerId="ADAL" clId="{86D65DD3-308C-4D51-A569-573CC6A4FA8E}" dt="2026-09-17T02:20:07.532" v="201" actId="2711"/>
          <ac:spMkLst>
            <pc:docMk/>
            <pc:sldMk cId="0" sldId="294"/>
            <ac:spMk id="32" creationId="{00000000-0000-0000-0000-000000000000}"/>
          </ac:spMkLst>
        </pc:spChg>
        <pc:picChg chg="del">
          <ac:chgData name="João Frederico" userId="79b64b9f-5401-435a-857e-1debfc15e995" providerId="ADAL" clId="{86D65DD3-308C-4D51-A569-573CC6A4FA8E}" dt="2026-09-17T02:21:02.094" v="214" actId="478"/>
          <ac:picMkLst>
            <pc:docMk/>
            <pc:sldMk cId="0" sldId="294"/>
            <ac:picMk id="2" creationId="{00000000-0000-0000-0000-000000000000}"/>
          </ac:picMkLst>
        </pc:picChg>
      </pc:sldChg>
      <pc:sldChg chg="delSp add del mod">
        <pc:chgData name="João Frederico" userId="79b64b9f-5401-435a-857e-1debfc15e995" providerId="ADAL" clId="{86D65DD3-308C-4D51-A569-573CC6A4FA8E}" dt="2026-09-17T02:24:59.073" v="225" actId="47"/>
        <pc:sldMkLst>
          <pc:docMk/>
          <pc:sldMk cId="0" sldId="295"/>
        </pc:sldMkLst>
        <pc:spChg chg="del">
          <ac:chgData name="João Frederico" userId="79b64b9f-5401-435a-857e-1debfc15e995" providerId="ADAL" clId="{86D65DD3-308C-4D51-A569-573CC6A4FA8E}" dt="2026-09-17T02:21:36.422" v="219" actId="478"/>
          <ac:spMkLst>
            <pc:docMk/>
            <pc:sldMk cId="0" sldId="295"/>
            <ac:spMk id="6" creationId="{00000000-0000-0000-0000-000000000000}"/>
          </ac:spMkLst>
        </pc:spChg>
        <pc:picChg chg="del">
          <ac:chgData name="João Frederico" userId="79b64b9f-5401-435a-857e-1debfc15e995" providerId="ADAL" clId="{86D65DD3-308C-4D51-A569-573CC6A4FA8E}" dt="2026-09-17T02:21:34.465" v="218" actId="478"/>
          <ac:picMkLst>
            <pc:docMk/>
            <pc:sldMk cId="0" sldId="295"/>
            <ac:picMk id="2" creationId="{00000000-0000-0000-0000-000000000000}"/>
          </ac:picMkLst>
        </pc:picChg>
      </pc:sldChg>
      <pc:sldChg chg="delSp modSp add del mod">
        <pc:chgData name="João Frederico" userId="79b64b9f-5401-435a-857e-1debfc15e995" providerId="ADAL" clId="{86D65DD3-308C-4D51-A569-573CC6A4FA8E}" dt="2026-09-17T02:37:53.218" v="281" actId="47"/>
        <pc:sldMkLst>
          <pc:docMk/>
          <pc:sldMk cId="0" sldId="296"/>
        </pc:sldMkLst>
        <pc:spChg chg="del">
          <ac:chgData name="João Frederico" userId="79b64b9f-5401-435a-857e-1debfc15e995" providerId="ADAL" clId="{86D65DD3-308C-4D51-A569-573CC6A4FA8E}" dt="2026-09-17T02:37:09.849" v="271" actId="478"/>
          <ac:spMkLst>
            <pc:docMk/>
            <pc:sldMk cId="0" sldId="296"/>
            <ac:spMk id="6" creationId="{00000000-0000-0000-0000-000000000000}"/>
          </ac:spMkLst>
        </pc:spChg>
        <pc:spChg chg="del mod">
          <ac:chgData name="João Frederico" userId="79b64b9f-5401-435a-857e-1debfc15e995" providerId="ADAL" clId="{86D65DD3-308C-4D51-A569-573CC6A4FA8E}" dt="2026-09-17T02:37:14.388" v="273" actId="478"/>
          <ac:spMkLst>
            <pc:docMk/>
            <pc:sldMk cId="0" sldId="296"/>
            <ac:spMk id="7" creationId="{00000000-0000-0000-0000-000000000000}"/>
          </ac:spMkLst>
        </pc:spChg>
        <pc:picChg chg="del mod">
          <ac:chgData name="João Frederico" userId="79b64b9f-5401-435a-857e-1debfc15e995" providerId="ADAL" clId="{86D65DD3-308C-4D51-A569-573CC6A4FA8E}" dt="2026-09-17T02:37:40.202" v="278" actId="478"/>
          <ac:picMkLst>
            <pc:docMk/>
            <pc:sldMk cId="0" sldId="296"/>
            <ac:picMk id="2" creationId="{00000000-0000-0000-0000-000000000000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3:41:20.410" v="2216" actId="478"/>
        <pc:sldMkLst>
          <pc:docMk/>
          <pc:sldMk cId="4059195502" sldId="297"/>
        </pc:sldMkLst>
        <pc:spChg chg="mod">
          <ac:chgData name="João Frederico" userId="79b64b9f-5401-435a-857e-1debfc15e995" providerId="ADAL" clId="{86D65DD3-308C-4D51-A569-573CC6A4FA8E}" dt="2026-09-17T02:20:35.485" v="207" actId="1076"/>
          <ac:spMkLst>
            <pc:docMk/>
            <pc:sldMk cId="4059195502" sldId="297"/>
            <ac:spMk id="2" creationId="{FA1FE703-4976-281D-3596-684E84B3FCC6}"/>
          </ac:spMkLst>
        </pc:spChg>
        <pc:spChg chg="del">
          <ac:chgData name="João Frederico" userId="79b64b9f-5401-435a-857e-1debfc15e995" providerId="ADAL" clId="{86D65DD3-308C-4D51-A569-573CC6A4FA8E}" dt="2026-09-17T02:20:55.076" v="211" actId="478"/>
          <ac:spMkLst>
            <pc:docMk/>
            <pc:sldMk cId="4059195502" sldId="297"/>
            <ac:spMk id="3" creationId="{2A6A1D86-53F6-3E1C-AF27-F588322D0D84}"/>
          </ac:spMkLst>
        </pc:spChg>
        <pc:spChg chg="del">
          <ac:chgData name="João Frederico" userId="79b64b9f-5401-435a-857e-1debfc15e995" providerId="ADAL" clId="{86D65DD3-308C-4D51-A569-573CC6A4FA8E}" dt="2026-09-17T02:20:53.398" v="210" actId="478"/>
          <ac:spMkLst>
            <pc:docMk/>
            <pc:sldMk cId="4059195502" sldId="297"/>
            <ac:spMk id="4" creationId="{DA2B8DE6-EFCA-CFCD-FB30-468B1148CF72}"/>
          </ac:spMkLst>
        </pc:spChg>
        <pc:spChg chg="del">
          <ac:chgData name="João Frederico" userId="79b64b9f-5401-435a-857e-1debfc15e995" providerId="ADAL" clId="{86D65DD3-308C-4D51-A569-573CC6A4FA8E}" dt="2026-09-17T03:41:20.410" v="2216" actId="478"/>
          <ac:spMkLst>
            <pc:docMk/>
            <pc:sldMk cId="4059195502" sldId="297"/>
            <ac:spMk id="9" creationId="{052A5332-8FB2-E022-18FD-3CD181C64F9A}"/>
          </ac:spMkLst>
        </pc:spChg>
        <pc:spChg chg="add mod">
          <ac:chgData name="João Frederico" userId="79b64b9f-5401-435a-857e-1debfc15e995" providerId="ADAL" clId="{86D65DD3-308C-4D51-A569-573CC6A4FA8E}" dt="2026-09-17T02:52:10.418" v="457" actId="2711"/>
          <ac:spMkLst>
            <pc:docMk/>
            <pc:sldMk cId="4059195502" sldId="297"/>
            <ac:spMk id="36" creationId="{41BB6222-BE25-BBE1-D94B-EC88F0C0FB0E}"/>
          </ac:spMkLst>
        </pc:spChg>
        <pc:spChg chg="add mod">
          <ac:chgData name="João Frederico" userId="79b64b9f-5401-435a-857e-1debfc15e995" providerId="ADAL" clId="{86D65DD3-308C-4D51-A569-573CC6A4FA8E}" dt="2026-09-17T02:52:10.418" v="457" actId="2711"/>
          <ac:spMkLst>
            <pc:docMk/>
            <pc:sldMk cId="4059195502" sldId="297"/>
            <ac:spMk id="40" creationId="{4069B01E-A10E-044A-4C08-C38AE4D6C4FA}"/>
          </ac:spMkLst>
        </pc:spChg>
        <pc:spChg chg="del mod">
          <ac:chgData name="João Frederico" userId="79b64b9f-5401-435a-857e-1debfc15e995" providerId="ADAL" clId="{86D65DD3-308C-4D51-A569-573CC6A4FA8E}" dt="2026-09-17T02:53:02.343" v="483" actId="478"/>
          <ac:spMkLst>
            <pc:docMk/>
            <pc:sldMk cId="4059195502" sldId="297"/>
            <ac:spMk id="42" creationId="{E45F7D2F-40C3-F76E-A13B-F9B7C599A09C}"/>
          </ac:spMkLst>
        </pc:spChg>
        <pc:spChg chg="mod">
          <ac:chgData name="João Frederico" userId="79b64b9f-5401-435a-857e-1debfc15e995" providerId="ADAL" clId="{86D65DD3-308C-4D51-A569-573CC6A4FA8E}" dt="2026-09-17T02:43:55.848" v="295" actId="1076"/>
          <ac:spMkLst>
            <pc:docMk/>
            <pc:sldMk cId="4059195502" sldId="297"/>
            <ac:spMk id="44" creationId="{34641FA4-2B9C-65B1-3169-565C7A6D73D0}"/>
          </ac:spMkLst>
        </pc:spChg>
        <pc:spChg chg="add mod">
          <ac:chgData name="João Frederico" userId="79b64b9f-5401-435a-857e-1debfc15e995" providerId="ADAL" clId="{86D65DD3-308C-4D51-A569-573CC6A4FA8E}" dt="2026-09-17T02:43:55.848" v="295" actId="1076"/>
          <ac:spMkLst>
            <pc:docMk/>
            <pc:sldMk cId="4059195502" sldId="297"/>
            <ac:spMk id="46" creationId="{FE7A73AE-6B6A-346C-25B3-02E172A5D3E0}"/>
          </ac:spMkLst>
        </pc:spChg>
        <pc:spChg chg="add mod">
          <ac:chgData name="João Frederico" userId="79b64b9f-5401-435a-857e-1debfc15e995" providerId="ADAL" clId="{86D65DD3-308C-4D51-A569-573CC6A4FA8E}" dt="2026-09-17T02:52:10.418" v="457" actId="2711"/>
          <ac:spMkLst>
            <pc:docMk/>
            <pc:sldMk cId="4059195502" sldId="297"/>
            <ac:spMk id="48" creationId="{BF03FCC4-2EC1-E2A3-7949-2823A032D047}"/>
          </ac:spMkLst>
        </pc:spChg>
        <pc:spChg chg="add mod">
          <ac:chgData name="João Frederico" userId="79b64b9f-5401-435a-857e-1debfc15e995" providerId="ADAL" clId="{86D65DD3-308C-4D51-A569-573CC6A4FA8E}" dt="2026-09-17T02:52:10.418" v="457" actId="2711"/>
          <ac:spMkLst>
            <pc:docMk/>
            <pc:sldMk cId="4059195502" sldId="297"/>
            <ac:spMk id="50" creationId="{9D2ABD77-1672-03E7-CF67-847EFD995F21}"/>
          </ac:spMkLst>
        </pc:spChg>
        <pc:spChg chg="mod">
          <ac:chgData name="João Frederico" userId="79b64b9f-5401-435a-857e-1debfc15e995" providerId="ADAL" clId="{86D65DD3-308C-4D51-A569-573CC6A4FA8E}" dt="2026-09-17T02:56:12.569" v="634" actId="1076"/>
          <ac:spMkLst>
            <pc:docMk/>
            <pc:sldMk cId="4059195502" sldId="297"/>
            <ac:spMk id="54" creationId="{1B78577B-D718-D1F7-128F-897543102C4A}"/>
          </ac:spMkLst>
        </pc:spChg>
        <pc:spChg chg="mod">
          <ac:chgData name="João Frederico" userId="79b64b9f-5401-435a-857e-1debfc15e995" providerId="ADAL" clId="{86D65DD3-308C-4D51-A569-573CC6A4FA8E}" dt="2026-09-17T02:57:08.419" v="654" actId="1076"/>
          <ac:spMkLst>
            <pc:docMk/>
            <pc:sldMk cId="4059195502" sldId="297"/>
            <ac:spMk id="56" creationId="{1A530B97-D339-E18E-C31A-43917AD48956}"/>
          </ac:spMkLst>
        </pc:spChg>
        <pc:spChg chg="add mod">
          <ac:chgData name="João Frederico" userId="79b64b9f-5401-435a-857e-1debfc15e995" providerId="ADAL" clId="{86D65DD3-308C-4D51-A569-573CC6A4FA8E}" dt="2026-09-17T02:57:12.179" v="655" actId="1076"/>
          <ac:spMkLst>
            <pc:docMk/>
            <pc:sldMk cId="4059195502" sldId="297"/>
            <ac:spMk id="58" creationId="{793145DE-94DB-39E1-D62A-CC00503B7D98}"/>
          </ac:spMkLst>
        </pc:spChg>
        <pc:spChg chg="add mod">
          <ac:chgData name="João Frederico" userId="79b64b9f-5401-435a-857e-1debfc15e995" providerId="ADAL" clId="{86D65DD3-308C-4D51-A569-573CC6A4FA8E}" dt="2026-09-17T02:52:10.418" v="457" actId="2711"/>
          <ac:spMkLst>
            <pc:docMk/>
            <pc:sldMk cId="4059195502" sldId="297"/>
            <ac:spMk id="60" creationId="{4D1A4E29-4A41-4397-AACE-4CC57B48CA32}"/>
          </ac:spMkLst>
        </pc:spChg>
        <pc:spChg chg="del">
          <ac:chgData name="João Frederico" userId="79b64b9f-5401-435a-857e-1debfc15e995" providerId="ADAL" clId="{86D65DD3-308C-4D51-A569-573CC6A4FA8E}" dt="2026-09-17T02:49:39.214" v="315" actId="478"/>
          <ac:spMkLst>
            <pc:docMk/>
            <pc:sldMk cId="4059195502" sldId="297"/>
            <ac:spMk id="70" creationId="{1833E2D6-5120-F707-F45D-9DC0F2E05ECD}"/>
          </ac:spMkLst>
        </pc:spChg>
        <pc:spChg chg="add mod">
          <ac:chgData name="João Frederico" userId="79b64b9f-5401-435a-857e-1debfc15e995" providerId="ADAL" clId="{86D65DD3-308C-4D51-A569-573CC6A4FA8E}" dt="2026-09-17T02:52:10.418" v="457" actId="2711"/>
          <ac:spMkLst>
            <pc:docMk/>
            <pc:sldMk cId="4059195502" sldId="297"/>
            <ac:spMk id="72" creationId="{74836C10-3D6F-B9CE-5E8D-8241234C5CC0}"/>
          </ac:spMkLst>
        </pc:spChg>
        <pc:spChg chg="add mod">
          <ac:chgData name="João Frederico" userId="79b64b9f-5401-435a-857e-1debfc15e995" providerId="ADAL" clId="{86D65DD3-308C-4D51-A569-573CC6A4FA8E}" dt="2026-09-17T02:52:10.418" v="457" actId="2711"/>
          <ac:spMkLst>
            <pc:docMk/>
            <pc:sldMk cId="4059195502" sldId="297"/>
            <ac:spMk id="74" creationId="{AA606CB5-CC0C-951E-C78C-CC063FB63518}"/>
          </ac:spMkLst>
        </pc:spChg>
        <pc:spChg chg="mod">
          <ac:chgData name="João Frederico" userId="79b64b9f-5401-435a-857e-1debfc15e995" providerId="ADAL" clId="{86D65DD3-308C-4D51-A569-573CC6A4FA8E}" dt="2026-09-17T02:52:22.858" v="477" actId="1076"/>
          <ac:spMkLst>
            <pc:docMk/>
            <pc:sldMk cId="4059195502" sldId="297"/>
            <ac:spMk id="76" creationId="{5FE513E4-164A-936D-8B59-BB5A76457DD9}"/>
          </ac:spMkLst>
        </pc:spChg>
        <pc:spChg chg="add mod">
          <ac:chgData name="João Frederico" userId="79b64b9f-5401-435a-857e-1debfc15e995" providerId="ADAL" clId="{86D65DD3-308C-4D51-A569-573CC6A4FA8E}" dt="2026-09-17T02:52:10.418" v="457" actId="2711"/>
          <ac:spMkLst>
            <pc:docMk/>
            <pc:sldMk cId="4059195502" sldId="297"/>
            <ac:spMk id="78" creationId="{34C5F89F-7E18-E708-F3DB-8237AD28FBD0}"/>
          </ac:spMkLst>
        </pc:spChg>
        <pc:spChg chg="mod">
          <ac:chgData name="João Frederico" userId="79b64b9f-5401-435a-857e-1debfc15e995" providerId="ADAL" clId="{86D65DD3-308C-4D51-A569-573CC6A4FA8E}" dt="2026-09-17T02:51:27.443" v="450" actId="1076"/>
          <ac:spMkLst>
            <pc:docMk/>
            <pc:sldMk cId="4059195502" sldId="297"/>
            <ac:spMk id="80" creationId="{76BA0EEC-1935-389D-71B7-97300703C6CE}"/>
          </ac:spMkLst>
        </pc:spChg>
        <pc:spChg chg="mod">
          <ac:chgData name="João Frederico" userId="79b64b9f-5401-435a-857e-1debfc15e995" providerId="ADAL" clId="{86D65DD3-308C-4D51-A569-573CC6A4FA8E}" dt="2026-09-17T02:51:24.768" v="449" actId="1076"/>
          <ac:spMkLst>
            <pc:docMk/>
            <pc:sldMk cId="4059195502" sldId="297"/>
            <ac:spMk id="82" creationId="{02BA3D56-0ABF-1841-9E28-5005BD115C5D}"/>
          </ac:spMkLst>
        </pc:spChg>
        <pc:spChg chg="add del mod">
          <ac:chgData name="João Frederico" userId="79b64b9f-5401-435a-857e-1debfc15e995" providerId="ADAL" clId="{86D65DD3-308C-4D51-A569-573CC6A4FA8E}" dt="2026-09-17T02:49:59.070" v="348" actId="478"/>
          <ac:spMkLst>
            <pc:docMk/>
            <pc:sldMk cId="4059195502" sldId="297"/>
            <ac:spMk id="86" creationId="{88AB5801-B1F3-ADE1-67C7-83F8B038B442}"/>
          </ac:spMkLst>
        </pc:spChg>
        <pc:spChg chg="add mod">
          <ac:chgData name="João Frederico" userId="79b64b9f-5401-435a-857e-1debfc15e995" providerId="ADAL" clId="{86D65DD3-308C-4D51-A569-573CC6A4FA8E}" dt="2026-09-17T02:44:25.600" v="314" actId="20577"/>
          <ac:spMkLst>
            <pc:docMk/>
            <pc:sldMk cId="4059195502" sldId="297"/>
            <ac:spMk id="88" creationId="{974FB6CC-E152-5BCB-4872-2C78D2B8B4AB}"/>
          </ac:spMkLst>
        </pc:spChg>
        <pc:spChg chg="add mod">
          <ac:chgData name="João Frederico" userId="79b64b9f-5401-435a-857e-1debfc15e995" providerId="ADAL" clId="{86D65DD3-308C-4D51-A569-573CC6A4FA8E}" dt="2026-09-17T02:52:10.418" v="457" actId="2711"/>
          <ac:spMkLst>
            <pc:docMk/>
            <pc:sldMk cId="4059195502" sldId="297"/>
            <ac:spMk id="90" creationId="{AA2F88F2-1959-6F97-4EA8-90E01F3CE403}"/>
          </ac:spMkLst>
        </pc:spChg>
        <pc:spChg chg="add mod">
          <ac:chgData name="João Frederico" userId="79b64b9f-5401-435a-857e-1debfc15e995" providerId="ADAL" clId="{86D65DD3-308C-4D51-A569-573CC6A4FA8E}" dt="2026-09-17T02:51:22.863" v="448" actId="1076"/>
          <ac:spMkLst>
            <pc:docMk/>
            <pc:sldMk cId="4059195502" sldId="297"/>
            <ac:spMk id="92" creationId="{CB656D6B-9169-DAE7-B927-7DC3F2FE9AFE}"/>
          </ac:spMkLst>
        </pc:spChg>
        <pc:spChg chg="add mod">
          <ac:chgData name="João Frederico" userId="79b64b9f-5401-435a-857e-1debfc15e995" providerId="ADAL" clId="{86D65DD3-308C-4D51-A569-573CC6A4FA8E}" dt="2026-09-17T02:51:39.871" v="454" actId="1076"/>
          <ac:spMkLst>
            <pc:docMk/>
            <pc:sldMk cId="4059195502" sldId="297"/>
            <ac:spMk id="94" creationId="{BCA79CE6-6381-ED30-43E3-1B9A96880979}"/>
          </ac:spMkLst>
        </pc:spChg>
        <pc:spChg chg="add mod">
          <ac:chgData name="João Frederico" userId="79b64b9f-5401-435a-857e-1debfc15e995" providerId="ADAL" clId="{86D65DD3-308C-4D51-A569-573CC6A4FA8E}" dt="2026-09-17T02:53:12.199" v="497" actId="20577"/>
          <ac:spMkLst>
            <pc:docMk/>
            <pc:sldMk cId="4059195502" sldId="297"/>
            <ac:spMk id="96" creationId="{192E7140-264A-B563-0BF8-EC5A87E986C9}"/>
          </ac:spMkLst>
        </pc:spChg>
        <pc:spChg chg="add mod">
          <ac:chgData name="João Frederico" userId="79b64b9f-5401-435a-857e-1debfc15e995" providerId="ADAL" clId="{86D65DD3-308C-4D51-A569-573CC6A4FA8E}" dt="2026-09-17T02:57:15.350" v="656" actId="1076"/>
          <ac:spMkLst>
            <pc:docMk/>
            <pc:sldMk cId="4059195502" sldId="297"/>
            <ac:spMk id="98" creationId="{EE19913D-173D-D8E2-B7B3-704DB620FABD}"/>
          </ac:spMkLst>
        </pc:spChg>
        <pc:grpChg chg="mod">
          <ac:chgData name="João Frederico" userId="79b64b9f-5401-435a-857e-1debfc15e995" providerId="ADAL" clId="{86D65DD3-308C-4D51-A569-573CC6A4FA8E}" dt="2026-09-17T02:20:38.230" v="208" actId="1076"/>
          <ac:grpSpMkLst>
            <pc:docMk/>
            <pc:sldMk cId="4059195502" sldId="297"/>
            <ac:grpSpMk id="11" creationId="{C0003CB4-9036-22C0-2CA4-0B24C82E0092}"/>
          </ac:grpSpMkLst>
        </pc:grpChg>
        <pc:picChg chg="del">
          <ac:chgData name="João Frederico" userId="79b64b9f-5401-435a-857e-1debfc15e995" providerId="ADAL" clId="{86D65DD3-308C-4D51-A569-573CC6A4FA8E}" dt="2026-09-17T02:20:50.617" v="209" actId="478"/>
          <ac:picMkLst>
            <pc:docMk/>
            <pc:sldMk cId="4059195502" sldId="297"/>
            <ac:picMk id="32" creationId="{9258DE61-B811-E8E5-FFD3-78D8AEB1F600}"/>
          </ac:picMkLst>
        </pc:picChg>
      </pc:sldChg>
      <pc:sldChg chg="addSp delSp modSp add mod ord">
        <pc:chgData name="João Frederico" userId="79b64b9f-5401-435a-857e-1debfc15e995" providerId="ADAL" clId="{86D65DD3-308C-4D51-A569-573CC6A4FA8E}" dt="2026-09-17T03:20:15.809" v="1147"/>
        <pc:sldMkLst>
          <pc:docMk/>
          <pc:sldMk cId="2566003380" sldId="298"/>
        </pc:sldMkLst>
        <pc:spChg chg="del">
          <ac:chgData name="João Frederico" userId="79b64b9f-5401-435a-857e-1debfc15e995" providerId="ADAL" clId="{86D65DD3-308C-4D51-A569-573CC6A4FA8E}" dt="2026-09-17T02:21:52.208" v="221" actId="478"/>
          <ac:spMkLst>
            <pc:docMk/>
            <pc:sldMk cId="2566003380" sldId="298"/>
            <ac:spMk id="9" creationId="{15503DEB-ACF2-E111-AAB7-3046EFFACB91}"/>
          </ac:spMkLst>
        </pc:spChg>
        <pc:spChg chg="add mod">
          <ac:chgData name="João Frederico" userId="79b64b9f-5401-435a-857e-1debfc15e995" providerId="ADAL" clId="{86D65DD3-308C-4D51-A569-573CC6A4FA8E}" dt="2026-09-17T02:22:07.575" v="223" actId="2711"/>
          <ac:spMkLst>
            <pc:docMk/>
            <pc:sldMk cId="2566003380" sldId="298"/>
            <ac:spMk id="10" creationId="{3D3220F2-D825-9FB3-2A03-4351917B0614}"/>
          </ac:spMkLst>
        </pc:spChg>
        <pc:spChg chg="del">
          <ac:chgData name="João Frederico" userId="79b64b9f-5401-435a-857e-1debfc15e995" providerId="ADAL" clId="{86D65DD3-308C-4D51-A569-573CC6A4FA8E}" dt="2026-09-17T02:21:51.051" v="220" actId="478"/>
          <ac:spMkLst>
            <pc:docMk/>
            <pc:sldMk cId="2566003380" sldId="298"/>
            <ac:spMk id="38" creationId="{EEB12C85-E614-D299-31F0-0019A04883D6}"/>
          </ac:spMkLst>
        </pc:spChg>
        <pc:spChg chg="del">
          <ac:chgData name="João Frederico" userId="79b64b9f-5401-435a-857e-1debfc15e995" providerId="ADAL" clId="{86D65DD3-308C-4D51-A569-573CC6A4FA8E}" dt="2026-09-17T02:21:51.051" v="220" actId="478"/>
          <ac:spMkLst>
            <pc:docMk/>
            <pc:sldMk cId="2566003380" sldId="298"/>
            <ac:spMk id="42" creationId="{0B5B51F4-E21E-E842-5BF3-1BFDDC6932B5}"/>
          </ac:spMkLst>
        </pc:spChg>
        <pc:spChg chg="del">
          <ac:chgData name="João Frederico" userId="79b64b9f-5401-435a-857e-1debfc15e995" providerId="ADAL" clId="{86D65DD3-308C-4D51-A569-573CC6A4FA8E}" dt="2026-09-17T02:21:51.051" v="220" actId="478"/>
          <ac:spMkLst>
            <pc:docMk/>
            <pc:sldMk cId="2566003380" sldId="298"/>
            <ac:spMk id="46" creationId="{B62B4380-74ED-77F1-E7EE-143B94F5791F}"/>
          </ac:spMkLst>
        </pc:spChg>
        <pc:spChg chg="del">
          <ac:chgData name="João Frederico" userId="79b64b9f-5401-435a-857e-1debfc15e995" providerId="ADAL" clId="{86D65DD3-308C-4D51-A569-573CC6A4FA8E}" dt="2026-09-17T02:21:51.051" v="220" actId="478"/>
          <ac:spMkLst>
            <pc:docMk/>
            <pc:sldMk cId="2566003380" sldId="298"/>
            <ac:spMk id="48" creationId="{C5F6432D-DE39-3A7B-C70F-AA4816A9C394}"/>
          </ac:spMkLst>
        </pc:spChg>
        <pc:spChg chg="del">
          <ac:chgData name="João Frederico" userId="79b64b9f-5401-435a-857e-1debfc15e995" providerId="ADAL" clId="{86D65DD3-308C-4D51-A569-573CC6A4FA8E}" dt="2026-09-17T02:21:51.051" v="220" actId="478"/>
          <ac:spMkLst>
            <pc:docMk/>
            <pc:sldMk cId="2566003380" sldId="298"/>
            <ac:spMk id="50" creationId="{A8546072-D1C6-41BC-97A0-93B6E6FD5D12}"/>
          </ac:spMkLst>
        </pc:spChg>
        <pc:spChg chg="del">
          <ac:chgData name="João Frederico" userId="79b64b9f-5401-435a-857e-1debfc15e995" providerId="ADAL" clId="{86D65DD3-308C-4D51-A569-573CC6A4FA8E}" dt="2026-09-17T02:21:51.051" v="220" actId="478"/>
          <ac:spMkLst>
            <pc:docMk/>
            <pc:sldMk cId="2566003380" sldId="298"/>
            <ac:spMk id="56" creationId="{5B23F5EE-DD70-3185-BD9E-E6BC2C966E92}"/>
          </ac:spMkLst>
        </pc:spChg>
        <pc:spChg chg="add mod">
          <ac:chgData name="João Frederico" userId="79b64b9f-5401-435a-857e-1debfc15e995" providerId="ADAL" clId="{86D65DD3-308C-4D51-A569-573CC6A4FA8E}" dt="2026-09-17T02:22:07.575" v="223" actId="2711"/>
          <ac:spMkLst>
            <pc:docMk/>
            <pc:sldMk cId="2566003380" sldId="298"/>
            <ac:spMk id="57" creationId="{8CFD6C6E-73C3-4E3F-5482-F376D5154C32}"/>
          </ac:spMkLst>
        </pc:spChg>
        <pc:spChg chg="del">
          <ac:chgData name="João Frederico" userId="79b64b9f-5401-435a-857e-1debfc15e995" providerId="ADAL" clId="{86D65DD3-308C-4D51-A569-573CC6A4FA8E}" dt="2026-09-17T02:21:51.051" v="220" actId="478"/>
          <ac:spMkLst>
            <pc:docMk/>
            <pc:sldMk cId="2566003380" sldId="298"/>
            <ac:spMk id="58" creationId="{D9F43D08-2807-E8CF-E0BD-95602609139F}"/>
          </ac:spMkLst>
        </pc:spChg>
        <pc:spChg chg="del">
          <ac:chgData name="João Frederico" userId="79b64b9f-5401-435a-857e-1debfc15e995" providerId="ADAL" clId="{86D65DD3-308C-4D51-A569-573CC6A4FA8E}" dt="2026-09-17T02:21:51.051" v="220" actId="478"/>
          <ac:spMkLst>
            <pc:docMk/>
            <pc:sldMk cId="2566003380" sldId="298"/>
            <ac:spMk id="62" creationId="{A0F2E465-2B39-F482-C46C-D4DA9BD309E0}"/>
          </ac:spMkLst>
        </pc:spChg>
        <pc:spChg chg="del">
          <ac:chgData name="João Frederico" userId="79b64b9f-5401-435a-857e-1debfc15e995" providerId="ADAL" clId="{86D65DD3-308C-4D51-A569-573CC6A4FA8E}" dt="2026-09-17T02:21:51.051" v="220" actId="478"/>
          <ac:spMkLst>
            <pc:docMk/>
            <pc:sldMk cId="2566003380" sldId="298"/>
            <ac:spMk id="64" creationId="{7CB8A916-5709-6893-652A-65F67403FA03}"/>
          </ac:spMkLst>
        </pc:spChg>
        <pc:spChg chg="mod">
          <ac:chgData name="João Frederico" userId="79b64b9f-5401-435a-857e-1debfc15e995" providerId="ADAL" clId="{86D65DD3-308C-4D51-A569-573CC6A4FA8E}" dt="2026-09-17T02:22:16.011" v="224" actId="404"/>
          <ac:spMkLst>
            <pc:docMk/>
            <pc:sldMk cId="2566003380" sldId="298"/>
            <ac:spMk id="73" creationId="{F5288DF4-1214-FF81-E07A-96038B973DEC}"/>
          </ac:spMkLst>
        </pc:spChg>
        <pc:spChg chg="del">
          <ac:chgData name="João Frederico" userId="79b64b9f-5401-435a-857e-1debfc15e995" providerId="ADAL" clId="{86D65DD3-308C-4D51-A569-573CC6A4FA8E}" dt="2026-09-17T02:21:51.051" v="220" actId="478"/>
          <ac:spMkLst>
            <pc:docMk/>
            <pc:sldMk cId="2566003380" sldId="298"/>
            <ac:spMk id="76" creationId="{0EC0512E-4EF4-ABC5-9246-BD5D80E8352A}"/>
          </ac:spMkLst>
        </pc:spChg>
        <pc:spChg chg="add mod">
          <ac:chgData name="João Frederico" userId="79b64b9f-5401-435a-857e-1debfc15e995" providerId="ADAL" clId="{86D65DD3-308C-4D51-A569-573CC6A4FA8E}" dt="2026-09-17T02:22:07.575" v="223" actId="2711"/>
          <ac:spMkLst>
            <pc:docMk/>
            <pc:sldMk cId="2566003380" sldId="298"/>
            <ac:spMk id="81" creationId="{7EC10F84-9B37-458A-ABE3-8F5B5EE8DA8C}"/>
          </ac:spMkLst>
        </pc:spChg>
        <pc:spChg chg="add mod">
          <ac:chgData name="João Frederico" userId="79b64b9f-5401-435a-857e-1debfc15e995" providerId="ADAL" clId="{86D65DD3-308C-4D51-A569-573CC6A4FA8E}" dt="2026-09-17T02:22:07.575" v="223" actId="2711"/>
          <ac:spMkLst>
            <pc:docMk/>
            <pc:sldMk cId="2566003380" sldId="298"/>
            <ac:spMk id="89" creationId="{AE5FC012-421F-F20E-9339-EE5DBEB54E41}"/>
          </ac:spMkLst>
        </pc:spChg>
        <pc:spChg chg="add mod">
          <ac:chgData name="João Frederico" userId="79b64b9f-5401-435a-857e-1debfc15e995" providerId="ADAL" clId="{86D65DD3-308C-4D51-A569-573CC6A4FA8E}" dt="2026-09-17T02:22:07.575" v="223" actId="2711"/>
          <ac:spMkLst>
            <pc:docMk/>
            <pc:sldMk cId="2566003380" sldId="298"/>
            <ac:spMk id="99" creationId="{B2CCF70A-373F-6BF2-B383-E6CDC36313F1}"/>
          </ac:spMkLst>
        </pc:spChg>
        <pc:spChg chg="add mod">
          <ac:chgData name="João Frederico" userId="79b64b9f-5401-435a-857e-1debfc15e995" providerId="ADAL" clId="{86D65DD3-308C-4D51-A569-573CC6A4FA8E}" dt="2026-09-17T02:22:07.575" v="223" actId="2711"/>
          <ac:spMkLst>
            <pc:docMk/>
            <pc:sldMk cId="2566003380" sldId="298"/>
            <ac:spMk id="103" creationId="{03FDA709-16A7-74FD-933D-2A0D4DF45643}"/>
          </ac:spMkLst>
        </pc:spChg>
        <pc:spChg chg="add mod">
          <ac:chgData name="João Frederico" userId="79b64b9f-5401-435a-857e-1debfc15e995" providerId="ADAL" clId="{86D65DD3-308C-4D51-A569-573CC6A4FA8E}" dt="2026-09-17T02:22:07.575" v="223" actId="2711"/>
          <ac:spMkLst>
            <pc:docMk/>
            <pc:sldMk cId="2566003380" sldId="298"/>
            <ac:spMk id="105" creationId="{2CA5D18C-E7D1-E6B5-7655-E3BC9E734B71}"/>
          </ac:spMkLst>
        </pc:spChg>
        <pc:spChg chg="add mod">
          <ac:chgData name="João Frederico" userId="79b64b9f-5401-435a-857e-1debfc15e995" providerId="ADAL" clId="{86D65DD3-308C-4D51-A569-573CC6A4FA8E}" dt="2026-09-17T02:22:07.575" v="223" actId="2711"/>
          <ac:spMkLst>
            <pc:docMk/>
            <pc:sldMk cId="2566003380" sldId="298"/>
            <ac:spMk id="109" creationId="{56D36CDB-B6BE-98EF-2D8A-116A6AB1F7CD}"/>
          </ac:spMkLst>
        </pc:spChg>
        <pc:spChg chg="add mod">
          <ac:chgData name="João Frederico" userId="79b64b9f-5401-435a-857e-1debfc15e995" providerId="ADAL" clId="{86D65DD3-308C-4D51-A569-573CC6A4FA8E}" dt="2026-09-17T02:22:07.575" v="223" actId="2711"/>
          <ac:spMkLst>
            <pc:docMk/>
            <pc:sldMk cId="2566003380" sldId="298"/>
            <ac:spMk id="119" creationId="{AB04DE21-6CB1-FC75-2CF3-02BA82A84AFF}"/>
          </ac:spMkLst>
        </pc:spChg>
        <pc:spChg chg="add mod">
          <ac:chgData name="João Frederico" userId="79b64b9f-5401-435a-857e-1debfc15e995" providerId="ADAL" clId="{86D65DD3-308C-4D51-A569-573CC6A4FA8E}" dt="2026-09-17T02:22:07.575" v="223" actId="2711"/>
          <ac:spMkLst>
            <pc:docMk/>
            <pc:sldMk cId="2566003380" sldId="298"/>
            <ac:spMk id="123" creationId="{565203E2-163B-C6EC-C355-13611435DA37}"/>
          </ac:spMkLst>
        </pc:spChg>
      </pc:sldChg>
      <pc:sldChg chg="addSp delSp modSp add mod">
        <pc:chgData name="João Frederico" userId="79b64b9f-5401-435a-857e-1debfc15e995" providerId="ADAL" clId="{86D65DD3-308C-4D51-A569-573CC6A4FA8E}" dt="2026-09-17T02:51:53.628" v="456" actId="1076"/>
        <pc:sldMkLst>
          <pc:docMk/>
          <pc:sldMk cId="2153193285" sldId="299"/>
        </pc:sldMkLst>
        <pc:spChg chg="add mod">
          <ac:chgData name="João Frederico" userId="79b64b9f-5401-435a-857e-1debfc15e995" providerId="ADAL" clId="{86D65DD3-308C-4D51-A569-573CC6A4FA8E}" dt="2026-09-17T02:37:49.728" v="280" actId="2711"/>
          <ac:spMkLst>
            <pc:docMk/>
            <pc:sldMk cId="2153193285" sldId="299"/>
            <ac:spMk id="31" creationId="{36548B3E-7F47-92E5-75DF-AD333EF8A996}"/>
          </ac:spMkLst>
        </pc:spChg>
        <pc:spChg chg="del">
          <ac:chgData name="João Frederico" userId="79b64b9f-5401-435a-857e-1debfc15e995" providerId="ADAL" clId="{86D65DD3-308C-4D51-A569-573CC6A4FA8E}" dt="2026-09-17T02:37:31.797" v="275" actId="478"/>
          <ac:spMkLst>
            <pc:docMk/>
            <pc:sldMk cId="2153193285" sldId="299"/>
            <ac:spMk id="33" creationId="{6BF89613-1610-ED3F-86E8-958B21A15D01}"/>
          </ac:spMkLst>
        </pc:spChg>
        <pc:spChg chg="add mod">
          <ac:chgData name="João Frederico" userId="79b64b9f-5401-435a-857e-1debfc15e995" providerId="ADAL" clId="{86D65DD3-308C-4D51-A569-573CC6A4FA8E}" dt="2026-09-17T02:37:49.728" v="280" actId="2711"/>
          <ac:spMkLst>
            <pc:docMk/>
            <pc:sldMk cId="2153193285" sldId="299"/>
            <ac:spMk id="42" creationId="{C9A2C23C-89E7-79A4-D76D-9685CF7B95AD}"/>
          </ac:spMkLst>
        </pc:spChg>
        <pc:spChg chg="add mod">
          <ac:chgData name="João Frederico" userId="79b64b9f-5401-435a-857e-1debfc15e995" providerId="ADAL" clId="{86D65DD3-308C-4D51-A569-573CC6A4FA8E}" dt="2026-09-17T02:37:49.728" v="280" actId="2711"/>
          <ac:spMkLst>
            <pc:docMk/>
            <pc:sldMk cId="2153193285" sldId="299"/>
            <ac:spMk id="44" creationId="{059B2D70-286A-EDDE-3175-E3474BF7E0E5}"/>
          </ac:spMkLst>
        </pc:spChg>
        <pc:spChg chg="del">
          <ac:chgData name="João Frederico" userId="79b64b9f-5401-435a-857e-1debfc15e995" providerId="ADAL" clId="{86D65DD3-308C-4D51-A569-573CC6A4FA8E}" dt="2026-09-17T02:37:31.797" v="275" actId="478"/>
          <ac:spMkLst>
            <pc:docMk/>
            <pc:sldMk cId="2153193285" sldId="299"/>
            <ac:spMk id="53" creationId="{6CC483F1-CA13-07BB-6E42-3ADF36CC73D0}"/>
          </ac:spMkLst>
        </pc:spChg>
        <pc:spChg chg="del">
          <ac:chgData name="João Frederico" userId="79b64b9f-5401-435a-857e-1debfc15e995" providerId="ADAL" clId="{86D65DD3-308C-4D51-A569-573CC6A4FA8E}" dt="2026-09-17T02:37:31.797" v="275" actId="478"/>
          <ac:spMkLst>
            <pc:docMk/>
            <pc:sldMk cId="2153193285" sldId="299"/>
            <ac:spMk id="61" creationId="{4F17B28A-27BB-408F-AC60-FCA862816788}"/>
          </ac:spMkLst>
        </pc:spChg>
        <pc:spChg chg="add mod">
          <ac:chgData name="João Frederico" userId="79b64b9f-5401-435a-857e-1debfc15e995" providerId="ADAL" clId="{86D65DD3-308C-4D51-A569-573CC6A4FA8E}" dt="2026-09-17T02:37:49.728" v="280" actId="2711"/>
          <ac:spMkLst>
            <pc:docMk/>
            <pc:sldMk cId="2153193285" sldId="299"/>
            <ac:spMk id="71" creationId="{22BB271C-AA51-27BE-8A45-5EEB7029D584}"/>
          </ac:spMkLst>
        </pc:spChg>
        <pc:spChg chg="del">
          <ac:chgData name="João Frederico" userId="79b64b9f-5401-435a-857e-1debfc15e995" providerId="ADAL" clId="{86D65DD3-308C-4D51-A569-573CC6A4FA8E}" dt="2026-09-17T02:37:31.797" v="275" actId="478"/>
          <ac:spMkLst>
            <pc:docMk/>
            <pc:sldMk cId="2153193285" sldId="299"/>
            <ac:spMk id="73" creationId="{B7C364A0-D2A2-6430-F0BC-72683EFDBBEF}"/>
          </ac:spMkLst>
        </pc:spChg>
        <pc:spChg chg="del">
          <ac:chgData name="João Frederico" userId="79b64b9f-5401-435a-857e-1debfc15e995" providerId="ADAL" clId="{86D65DD3-308C-4D51-A569-573CC6A4FA8E}" dt="2026-09-17T02:37:31.797" v="275" actId="478"/>
          <ac:spMkLst>
            <pc:docMk/>
            <pc:sldMk cId="2153193285" sldId="299"/>
            <ac:spMk id="81" creationId="{7903F804-9C2B-D3EC-1EC4-E8799EF7F201}"/>
          </ac:spMkLst>
        </pc:spChg>
        <pc:spChg chg="add mod">
          <ac:chgData name="João Frederico" userId="79b64b9f-5401-435a-857e-1debfc15e995" providerId="ADAL" clId="{86D65DD3-308C-4D51-A569-573CC6A4FA8E}" dt="2026-09-17T02:37:49.728" v="280" actId="2711"/>
          <ac:spMkLst>
            <pc:docMk/>
            <pc:sldMk cId="2153193285" sldId="299"/>
            <ac:spMk id="82" creationId="{A36CDC3B-63C8-D732-DC1F-4FEDCA1C92A0}"/>
          </ac:spMkLst>
        </pc:spChg>
        <pc:spChg chg="del">
          <ac:chgData name="João Frederico" userId="79b64b9f-5401-435a-857e-1debfc15e995" providerId="ADAL" clId="{86D65DD3-308C-4D51-A569-573CC6A4FA8E}" dt="2026-09-17T02:37:31.797" v="275" actId="478"/>
          <ac:spMkLst>
            <pc:docMk/>
            <pc:sldMk cId="2153193285" sldId="299"/>
            <ac:spMk id="89" creationId="{67F0C29F-233B-E4C0-2F96-EE2CA48BE5C5}"/>
          </ac:spMkLst>
        </pc:spChg>
        <pc:spChg chg="del">
          <ac:chgData name="João Frederico" userId="79b64b9f-5401-435a-857e-1debfc15e995" providerId="ADAL" clId="{86D65DD3-308C-4D51-A569-573CC6A4FA8E}" dt="2026-09-17T02:37:31.797" v="275" actId="478"/>
          <ac:spMkLst>
            <pc:docMk/>
            <pc:sldMk cId="2153193285" sldId="299"/>
            <ac:spMk id="99" creationId="{A50E5F0D-6249-1EC2-2510-4CDB36739E0E}"/>
          </ac:spMkLst>
        </pc:spChg>
        <pc:spChg chg="del">
          <ac:chgData name="João Frederico" userId="79b64b9f-5401-435a-857e-1debfc15e995" providerId="ADAL" clId="{86D65DD3-308C-4D51-A569-573CC6A4FA8E}" dt="2026-09-17T02:37:31.797" v="275" actId="478"/>
          <ac:spMkLst>
            <pc:docMk/>
            <pc:sldMk cId="2153193285" sldId="299"/>
            <ac:spMk id="103" creationId="{0CD95E99-9CB7-B90F-6F2D-862284A1A0A9}"/>
          </ac:spMkLst>
        </pc:spChg>
        <pc:spChg chg="del">
          <ac:chgData name="João Frederico" userId="79b64b9f-5401-435a-857e-1debfc15e995" providerId="ADAL" clId="{86D65DD3-308C-4D51-A569-573CC6A4FA8E}" dt="2026-09-17T02:37:31.797" v="275" actId="478"/>
          <ac:spMkLst>
            <pc:docMk/>
            <pc:sldMk cId="2153193285" sldId="299"/>
            <ac:spMk id="109" creationId="{E5428859-74AC-8F92-8272-23F142EC4B71}"/>
          </ac:spMkLst>
        </pc:spChg>
        <pc:spChg chg="add mod">
          <ac:chgData name="João Frederico" userId="79b64b9f-5401-435a-857e-1debfc15e995" providerId="ADAL" clId="{86D65DD3-308C-4D51-A569-573CC6A4FA8E}" dt="2026-09-17T02:37:49.728" v="280" actId="2711"/>
          <ac:spMkLst>
            <pc:docMk/>
            <pc:sldMk cId="2153193285" sldId="299"/>
            <ac:spMk id="120" creationId="{B27EE6B3-101B-F652-4898-889770588C8A}"/>
          </ac:spMkLst>
        </pc:spChg>
        <pc:spChg chg="del">
          <ac:chgData name="João Frederico" userId="79b64b9f-5401-435a-857e-1debfc15e995" providerId="ADAL" clId="{86D65DD3-308C-4D51-A569-573CC6A4FA8E}" dt="2026-09-17T02:37:31.797" v="275" actId="478"/>
          <ac:spMkLst>
            <pc:docMk/>
            <pc:sldMk cId="2153193285" sldId="299"/>
            <ac:spMk id="121" creationId="{DC253F36-C0B9-9C37-8857-E5FD3AFFD25F}"/>
          </ac:spMkLst>
        </pc:spChg>
        <pc:spChg chg="add mod">
          <ac:chgData name="João Frederico" userId="79b64b9f-5401-435a-857e-1debfc15e995" providerId="ADAL" clId="{86D65DD3-308C-4D51-A569-573CC6A4FA8E}" dt="2026-09-17T02:37:49.728" v="280" actId="2711"/>
          <ac:spMkLst>
            <pc:docMk/>
            <pc:sldMk cId="2153193285" sldId="299"/>
            <ac:spMk id="130" creationId="{188C2460-CC25-4875-4A6C-B357F23F3DF5}"/>
          </ac:spMkLst>
        </pc:spChg>
        <pc:spChg chg="add mod">
          <ac:chgData name="João Frederico" userId="79b64b9f-5401-435a-857e-1debfc15e995" providerId="ADAL" clId="{86D65DD3-308C-4D51-A569-573CC6A4FA8E}" dt="2026-09-17T02:37:49.728" v="280" actId="2711"/>
          <ac:spMkLst>
            <pc:docMk/>
            <pc:sldMk cId="2153193285" sldId="299"/>
            <ac:spMk id="132" creationId="{3AF82A7B-DD05-B33B-B60B-094E83B69B6B}"/>
          </ac:spMkLst>
        </pc:spChg>
        <pc:spChg chg="add mod">
          <ac:chgData name="João Frederico" userId="79b64b9f-5401-435a-857e-1debfc15e995" providerId="ADAL" clId="{86D65DD3-308C-4D51-A569-573CC6A4FA8E}" dt="2026-09-17T02:37:49.728" v="280" actId="2711"/>
          <ac:spMkLst>
            <pc:docMk/>
            <pc:sldMk cId="2153193285" sldId="299"/>
            <ac:spMk id="142" creationId="{CCF8BEF5-173C-707E-41FA-7A8E5F5D0AA8}"/>
          </ac:spMkLst>
        </pc:spChg>
        <pc:spChg chg="mod">
          <ac:chgData name="João Frederico" userId="79b64b9f-5401-435a-857e-1debfc15e995" providerId="ADAL" clId="{86D65DD3-308C-4D51-A569-573CC6A4FA8E}" dt="2026-09-17T02:51:53.628" v="456" actId="1076"/>
          <ac:spMkLst>
            <pc:docMk/>
            <pc:sldMk cId="2153193285" sldId="299"/>
            <ac:spMk id="150" creationId="{9D777136-D46D-4A94-E7D8-E817C5E1BF19}"/>
          </ac:spMkLst>
        </pc:spChg>
        <pc:spChg chg="add mod">
          <ac:chgData name="João Frederico" userId="79b64b9f-5401-435a-857e-1debfc15e995" providerId="ADAL" clId="{86D65DD3-308C-4D51-A569-573CC6A4FA8E}" dt="2026-09-17T02:37:49.728" v="280" actId="2711"/>
          <ac:spMkLst>
            <pc:docMk/>
            <pc:sldMk cId="2153193285" sldId="299"/>
            <ac:spMk id="164" creationId="{E9921202-DBEA-A52A-235F-1EE0F1920F3E}"/>
          </ac:spMkLst>
        </pc:spChg>
      </pc:sldChg>
      <pc:sldChg chg="addSp delSp modSp add mod ord">
        <pc:chgData name="João Frederico" userId="79b64b9f-5401-435a-857e-1debfc15e995" providerId="ADAL" clId="{86D65DD3-308C-4D51-A569-573CC6A4FA8E}" dt="2026-09-17T03:41:40.310" v="2223" actId="478"/>
        <pc:sldMkLst>
          <pc:docMk/>
          <pc:sldMk cId="3846338796" sldId="300"/>
        </pc:sldMkLst>
        <pc:spChg chg="add del mod">
          <ac:chgData name="João Frederico" userId="79b64b9f-5401-435a-857e-1debfc15e995" providerId="ADAL" clId="{86D65DD3-308C-4D51-A569-573CC6A4FA8E}" dt="2026-09-17T03:03:47.469" v="941" actId="478"/>
          <ac:spMkLst>
            <pc:docMk/>
            <pc:sldMk cId="3846338796" sldId="300"/>
            <ac:spMk id="4" creationId="{801FA52E-6006-F56E-9CD3-D3B31396EADA}"/>
          </ac:spMkLst>
        </pc:spChg>
        <pc:spChg chg="del">
          <ac:chgData name="João Frederico" userId="79b64b9f-5401-435a-857e-1debfc15e995" providerId="ADAL" clId="{86D65DD3-308C-4D51-A569-573CC6A4FA8E}" dt="2026-09-17T03:41:40.310" v="2223" actId="478"/>
          <ac:spMkLst>
            <pc:docMk/>
            <pc:sldMk cId="3846338796" sldId="300"/>
            <ac:spMk id="9" creationId="{9B309F7E-B890-9B9E-04E7-A75EB1F1C690}"/>
          </ac:spMkLst>
        </pc:spChg>
        <pc:spChg chg="add del mod">
          <ac:chgData name="João Frederico" userId="79b64b9f-5401-435a-857e-1debfc15e995" providerId="ADAL" clId="{86D65DD3-308C-4D51-A569-573CC6A4FA8E}" dt="2026-09-17T03:03:46.889" v="940" actId="478"/>
          <ac:spMkLst>
            <pc:docMk/>
            <pc:sldMk cId="3846338796" sldId="300"/>
            <ac:spMk id="10" creationId="{A84BD0AD-2745-A0E2-6E06-BF5373557C53}"/>
          </ac:spMkLst>
        </pc:spChg>
        <pc:spChg chg="mod">
          <ac:chgData name="João Frederico" userId="79b64b9f-5401-435a-857e-1debfc15e995" providerId="ADAL" clId="{86D65DD3-308C-4D51-A569-573CC6A4FA8E}" dt="2026-09-17T02:54:54.379" v="549" actId="20577"/>
          <ac:spMkLst>
            <pc:docMk/>
            <pc:sldMk cId="3846338796" sldId="300"/>
            <ac:spMk id="31" creationId="{AD9B3698-685F-9A0E-4343-6A3D9BD1E7F6}"/>
          </ac:spMkLst>
        </pc:spChg>
        <pc:spChg chg="add del mod">
          <ac:chgData name="João Frederico" userId="79b64b9f-5401-435a-857e-1debfc15e995" providerId="ADAL" clId="{86D65DD3-308C-4D51-A569-573CC6A4FA8E}" dt="2026-09-17T03:03:46.374" v="939" actId="478"/>
          <ac:spMkLst>
            <pc:docMk/>
            <pc:sldMk cId="3846338796" sldId="300"/>
            <ac:spMk id="33" creationId="{DAD513AD-B103-8C31-2C1F-FDCF978AB77D}"/>
          </ac:spMkLst>
        </pc:spChg>
        <pc:spChg chg="add mod">
          <ac:chgData name="João Frederico" userId="79b64b9f-5401-435a-857e-1debfc15e995" providerId="ADAL" clId="{86D65DD3-308C-4D51-A569-573CC6A4FA8E}" dt="2026-09-17T03:06:49.769" v="1034" actId="20577"/>
          <ac:spMkLst>
            <pc:docMk/>
            <pc:sldMk cId="3846338796" sldId="300"/>
            <ac:spMk id="37" creationId="{0BE92C30-BD37-7D40-393E-60CA503A6996}"/>
          </ac:spMkLst>
        </pc:spChg>
        <pc:spChg chg="mod">
          <ac:chgData name="João Frederico" userId="79b64b9f-5401-435a-857e-1debfc15e995" providerId="ADAL" clId="{86D65DD3-308C-4D51-A569-573CC6A4FA8E}" dt="2026-09-17T02:55:01.121" v="561" actId="20577"/>
          <ac:spMkLst>
            <pc:docMk/>
            <pc:sldMk cId="3846338796" sldId="300"/>
            <ac:spMk id="40" creationId="{DBF9E0F0-4A20-FBD5-49CA-AEF101B2FB22}"/>
          </ac:spMkLst>
        </pc:spChg>
        <pc:spChg chg="add del mod">
          <ac:chgData name="João Frederico" userId="79b64b9f-5401-435a-857e-1debfc15e995" providerId="ADAL" clId="{86D65DD3-308C-4D51-A569-573CC6A4FA8E}" dt="2026-09-17T03:07:05.784" v="1047" actId="478"/>
          <ac:spMkLst>
            <pc:docMk/>
            <pc:sldMk cId="3846338796" sldId="300"/>
            <ac:spMk id="41" creationId="{7F4B5A37-B90E-0D45-C141-1086AEA254BD}"/>
          </ac:spMkLst>
        </pc:spChg>
        <pc:spChg chg="add mod">
          <ac:chgData name="João Frederico" userId="79b64b9f-5401-435a-857e-1debfc15e995" providerId="ADAL" clId="{86D65DD3-308C-4D51-A569-573CC6A4FA8E}" dt="2026-09-17T03:07:21.409" v="1067" actId="20577"/>
          <ac:spMkLst>
            <pc:docMk/>
            <pc:sldMk cId="3846338796" sldId="300"/>
            <ac:spMk id="43" creationId="{EEA9B044-3EBD-0752-7FAC-4022AFA39F35}"/>
          </ac:spMkLst>
        </pc:spChg>
        <pc:spChg chg="mod">
          <ac:chgData name="João Frederico" userId="79b64b9f-5401-435a-857e-1debfc15e995" providerId="ADAL" clId="{86D65DD3-308C-4D51-A569-573CC6A4FA8E}" dt="2026-09-17T02:55:59.950" v="631" actId="1076"/>
          <ac:spMkLst>
            <pc:docMk/>
            <pc:sldMk cId="3846338796" sldId="300"/>
            <ac:spMk id="44" creationId="{21E1DD83-A3B1-3789-A55D-238B6D3B86FA}"/>
          </ac:spMkLst>
        </pc:spChg>
        <pc:spChg chg="mod">
          <ac:chgData name="João Frederico" userId="79b64b9f-5401-435a-857e-1debfc15e995" providerId="ADAL" clId="{86D65DD3-308C-4D51-A569-573CC6A4FA8E}" dt="2026-09-17T02:55:55.870" v="630" actId="1076"/>
          <ac:spMkLst>
            <pc:docMk/>
            <pc:sldMk cId="3846338796" sldId="300"/>
            <ac:spMk id="46" creationId="{1BAA304C-F67B-3C88-3C77-CA7D83BCA2C2}"/>
          </ac:spMkLst>
        </pc:spChg>
        <pc:spChg chg="add mod">
          <ac:chgData name="João Frederico" userId="79b64b9f-5401-435a-857e-1debfc15e995" providerId="ADAL" clId="{86D65DD3-308C-4D51-A569-573CC6A4FA8E}" dt="2026-09-17T03:07:40.479" v="1078" actId="20577"/>
          <ac:spMkLst>
            <pc:docMk/>
            <pc:sldMk cId="3846338796" sldId="300"/>
            <ac:spMk id="47" creationId="{90B4C03E-1288-D9D4-622F-ADA05A105FE4}"/>
          </ac:spMkLst>
        </pc:spChg>
        <pc:spChg chg="add mod">
          <ac:chgData name="João Frederico" userId="79b64b9f-5401-435a-857e-1debfc15e995" providerId="ADAL" clId="{86D65DD3-308C-4D51-A569-573CC6A4FA8E}" dt="2026-09-17T03:12:16.761" v="1110" actId="20577"/>
          <ac:spMkLst>
            <pc:docMk/>
            <pc:sldMk cId="3846338796" sldId="300"/>
            <ac:spMk id="51" creationId="{185372B3-F96F-02C2-3CBC-EF56B4113790}"/>
          </ac:spMkLst>
        </pc:spChg>
        <pc:spChg chg="mod">
          <ac:chgData name="João Frederico" userId="79b64b9f-5401-435a-857e-1debfc15e995" providerId="ADAL" clId="{86D65DD3-308C-4D51-A569-573CC6A4FA8E}" dt="2026-09-17T02:58:59.131" v="694" actId="1076"/>
          <ac:spMkLst>
            <pc:docMk/>
            <pc:sldMk cId="3846338796" sldId="300"/>
            <ac:spMk id="52" creationId="{F67D64E7-13D1-18F5-47D0-1E4FF8B78886}"/>
          </ac:spMkLst>
        </pc:spChg>
        <pc:spChg chg="mod">
          <ac:chgData name="João Frederico" userId="79b64b9f-5401-435a-857e-1debfc15e995" providerId="ADAL" clId="{86D65DD3-308C-4D51-A569-573CC6A4FA8E}" dt="2026-09-17T03:05:56.759" v="978" actId="20577"/>
          <ac:spMkLst>
            <pc:docMk/>
            <pc:sldMk cId="3846338796" sldId="300"/>
            <ac:spMk id="54" creationId="{69B561A3-0CC6-8802-CBFA-B4F6713B3438}"/>
          </ac:spMkLst>
        </pc:spChg>
        <pc:spChg chg="add del mod">
          <ac:chgData name="João Frederico" userId="79b64b9f-5401-435a-857e-1debfc15e995" providerId="ADAL" clId="{86D65DD3-308C-4D51-A569-573CC6A4FA8E}" dt="2026-09-17T03:11:54.009" v="1090" actId="478"/>
          <ac:spMkLst>
            <pc:docMk/>
            <pc:sldMk cId="3846338796" sldId="300"/>
            <ac:spMk id="55" creationId="{4118EAB7-E1E2-99CB-AB3D-A48A3499885B}"/>
          </ac:spMkLst>
        </pc:spChg>
        <pc:spChg chg="mod">
          <ac:chgData name="João Frederico" userId="79b64b9f-5401-435a-857e-1debfc15e995" providerId="ADAL" clId="{86D65DD3-308C-4D51-A569-573CC6A4FA8E}" dt="2026-09-17T03:06:11.034" v="1010" actId="20577"/>
          <ac:spMkLst>
            <pc:docMk/>
            <pc:sldMk cId="3846338796" sldId="300"/>
            <ac:spMk id="56" creationId="{4D950926-68D5-ABDE-EB24-02E8545E9903}"/>
          </ac:spMkLst>
        </pc:spChg>
        <pc:spChg chg="mod">
          <ac:chgData name="João Frederico" userId="79b64b9f-5401-435a-857e-1debfc15e995" providerId="ADAL" clId="{86D65DD3-308C-4D51-A569-573CC6A4FA8E}" dt="2026-09-17T03:13:44.802" v="1120" actId="20577"/>
          <ac:spMkLst>
            <pc:docMk/>
            <pc:sldMk cId="3846338796" sldId="300"/>
            <ac:spMk id="58" creationId="{A617002E-8266-EBFA-2270-C37EB657671B}"/>
          </ac:spMkLst>
        </pc:spChg>
        <pc:spChg chg="add del mod">
          <ac:chgData name="João Frederico" userId="79b64b9f-5401-435a-857e-1debfc15e995" providerId="ADAL" clId="{86D65DD3-308C-4D51-A569-573CC6A4FA8E}" dt="2026-09-17T03:13:58.814" v="1124" actId="478"/>
          <ac:spMkLst>
            <pc:docMk/>
            <pc:sldMk cId="3846338796" sldId="300"/>
            <ac:spMk id="59" creationId="{FF89A820-7181-6EB7-62DE-3E5A9412E2D1}"/>
          </ac:spMkLst>
        </pc:spChg>
        <pc:spChg chg="add mod">
          <ac:chgData name="João Frederico" userId="79b64b9f-5401-435a-857e-1debfc15e995" providerId="ADAL" clId="{86D65DD3-308C-4D51-A569-573CC6A4FA8E}" dt="2026-09-17T03:19:20.390" v="1141" actId="20577"/>
          <ac:spMkLst>
            <pc:docMk/>
            <pc:sldMk cId="3846338796" sldId="300"/>
            <ac:spMk id="63" creationId="{111825F7-1F73-120A-991F-402E415BB4FF}"/>
          </ac:spMkLst>
        </pc:spChg>
        <pc:spChg chg="mod">
          <ac:chgData name="João Frederico" userId="79b64b9f-5401-435a-857e-1debfc15e995" providerId="ADAL" clId="{86D65DD3-308C-4D51-A569-573CC6A4FA8E}" dt="2026-09-17T02:59:12.729" v="717" actId="1076"/>
          <ac:spMkLst>
            <pc:docMk/>
            <pc:sldMk cId="3846338796" sldId="300"/>
            <ac:spMk id="64" creationId="{55B83D05-A6DE-AA88-51FB-DBCF6CF67EBA}"/>
          </ac:spMkLst>
        </pc:spChg>
        <pc:spChg chg="del mod">
          <ac:chgData name="João Frederico" userId="79b64b9f-5401-435a-857e-1debfc15e995" providerId="ADAL" clId="{86D65DD3-308C-4D51-A569-573CC6A4FA8E}" dt="2026-09-17T03:03:48.434" v="943" actId="478"/>
          <ac:spMkLst>
            <pc:docMk/>
            <pc:sldMk cId="3846338796" sldId="300"/>
            <ac:spMk id="66" creationId="{4A715F25-7ADA-70E4-FC6A-D17DC3B15DFF}"/>
          </ac:spMkLst>
        </pc:spChg>
        <pc:spChg chg="del mod">
          <ac:chgData name="João Frederico" userId="79b64b9f-5401-435a-857e-1debfc15e995" providerId="ADAL" clId="{86D65DD3-308C-4D51-A569-573CC6A4FA8E}" dt="2026-09-17T03:03:47.923" v="942" actId="478"/>
          <ac:spMkLst>
            <pc:docMk/>
            <pc:sldMk cId="3846338796" sldId="300"/>
            <ac:spMk id="68" creationId="{099E0BD4-A116-8057-09AB-A1D02F85BF80}"/>
          </ac:spMkLst>
        </pc:spChg>
        <pc:spChg chg="mod">
          <ac:chgData name="João Frederico" userId="79b64b9f-5401-435a-857e-1debfc15e995" providerId="ADAL" clId="{86D65DD3-308C-4D51-A569-573CC6A4FA8E}" dt="2026-09-17T03:01:33.714" v="808" actId="20577"/>
          <ac:spMkLst>
            <pc:docMk/>
            <pc:sldMk cId="3846338796" sldId="300"/>
            <ac:spMk id="76" creationId="{9F011D2E-DF03-69C0-B5EE-8621C70EDB32}"/>
          </ac:spMkLst>
        </pc:spChg>
        <pc:spChg chg="mod">
          <ac:chgData name="João Frederico" userId="79b64b9f-5401-435a-857e-1debfc15e995" providerId="ADAL" clId="{86D65DD3-308C-4D51-A569-573CC6A4FA8E}" dt="2026-09-17T03:01:39.849" v="817" actId="20577"/>
          <ac:spMkLst>
            <pc:docMk/>
            <pc:sldMk cId="3846338796" sldId="300"/>
            <ac:spMk id="78" creationId="{274F6C4F-F7E1-B187-31BA-356868A3290D}"/>
          </ac:spMkLst>
        </pc:spChg>
        <pc:spChg chg="mod">
          <ac:chgData name="João Frederico" userId="79b64b9f-5401-435a-857e-1debfc15e995" providerId="ADAL" clId="{86D65DD3-308C-4D51-A569-573CC6A4FA8E}" dt="2026-09-17T03:02:01.018" v="852" actId="20577"/>
          <ac:spMkLst>
            <pc:docMk/>
            <pc:sldMk cId="3846338796" sldId="300"/>
            <ac:spMk id="80" creationId="{6ECED4A6-868F-B81D-2C98-5D90D12774E3}"/>
          </ac:spMkLst>
        </pc:spChg>
        <pc:spChg chg="mod">
          <ac:chgData name="João Frederico" userId="79b64b9f-5401-435a-857e-1debfc15e995" providerId="ADAL" clId="{86D65DD3-308C-4D51-A569-573CC6A4FA8E}" dt="2026-09-17T03:02:11.699" v="874" actId="20577"/>
          <ac:spMkLst>
            <pc:docMk/>
            <pc:sldMk cId="3846338796" sldId="300"/>
            <ac:spMk id="82" creationId="{09A37327-D104-55BD-A992-462CE1300B32}"/>
          </ac:spMkLst>
        </pc:spChg>
        <pc:spChg chg="del">
          <ac:chgData name="João Frederico" userId="79b64b9f-5401-435a-857e-1debfc15e995" providerId="ADAL" clId="{86D65DD3-308C-4D51-A569-573CC6A4FA8E}" dt="2026-09-17T03:19:46.149" v="1142" actId="478"/>
          <ac:spMkLst>
            <pc:docMk/>
            <pc:sldMk cId="3846338796" sldId="300"/>
            <ac:spMk id="84" creationId="{DF48CD76-3F4B-AB2D-58AC-874376FEF198}"/>
          </ac:spMkLst>
        </pc:spChg>
        <pc:spChg chg="del">
          <ac:chgData name="João Frederico" userId="79b64b9f-5401-435a-857e-1debfc15e995" providerId="ADAL" clId="{86D65DD3-308C-4D51-A569-573CC6A4FA8E}" dt="2026-09-17T02:56:04.781" v="633" actId="478"/>
          <ac:spMkLst>
            <pc:docMk/>
            <pc:sldMk cId="3846338796" sldId="300"/>
            <ac:spMk id="88" creationId="{98B7F7F5-9DA0-A11D-B12A-DDBF6A988BBD}"/>
          </ac:spMkLst>
        </pc:spChg>
        <pc:spChg chg="del">
          <ac:chgData name="João Frederico" userId="79b64b9f-5401-435a-857e-1debfc15e995" providerId="ADAL" clId="{86D65DD3-308C-4D51-A569-573CC6A4FA8E}" dt="2026-09-17T03:03:05.099" v="889" actId="478"/>
          <ac:spMkLst>
            <pc:docMk/>
            <pc:sldMk cId="3846338796" sldId="300"/>
            <ac:spMk id="90" creationId="{15E91F4D-9F56-E8E6-0B6F-4CA360F15CDB}"/>
          </ac:spMkLst>
        </pc:spChg>
        <pc:spChg chg="mod">
          <ac:chgData name="João Frederico" userId="79b64b9f-5401-435a-857e-1debfc15e995" providerId="ADAL" clId="{86D65DD3-308C-4D51-A569-573CC6A4FA8E}" dt="2026-09-17T03:02:26.769" v="883" actId="20577"/>
          <ac:spMkLst>
            <pc:docMk/>
            <pc:sldMk cId="3846338796" sldId="300"/>
            <ac:spMk id="92" creationId="{B462D5F2-5510-CCB3-682E-34A20151FDAE}"/>
          </ac:spMkLst>
        </pc:spChg>
        <pc:spChg chg="mod">
          <ac:chgData name="João Frederico" userId="79b64b9f-5401-435a-857e-1debfc15e995" providerId="ADAL" clId="{86D65DD3-308C-4D51-A569-573CC6A4FA8E}" dt="2026-09-17T03:02:58.779" v="888" actId="20577"/>
          <ac:spMkLst>
            <pc:docMk/>
            <pc:sldMk cId="3846338796" sldId="300"/>
            <ac:spMk id="94" creationId="{02EE9437-590A-962D-13EC-13670252363B}"/>
          </ac:spMkLst>
        </pc:spChg>
        <pc:spChg chg="mod">
          <ac:chgData name="João Frederico" userId="79b64b9f-5401-435a-857e-1debfc15e995" providerId="ADAL" clId="{86D65DD3-308C-4D51-A569-573CC6A4FA8E}" dt="2026-09-17T02:56:03.519" v="632" actId="1076"/>
          <ac:spMkLst>
            <pc:docMk/>
            <pc:sldMk cId="3846338796" sldId="300"/>
            <ac:spMk id="96" creationId="{632D7C4C-5B56-9CE4-B726-389D6DB8C312}"/>
          </ac:spMkLst>
        </pc:spChg>
      </pc:sldChg>
      <pc:sldChg chg="modSp add mod">
        <pc:chgData name="João Frederico" userId="79b64b9f-5401-435a-857e-1debfc15e995" providerId="ADAL" clId="{86D65DD3-308C-4D51-A569-573CC6A4FA8E}" dt="2026-09-17T03:22:09.879" v="1257" actId="20577"/>
        <pc:sldMkLst>
          <pc:docMk/>
          <pc:sldMk cId="2635294138" sldId="301"/>
        </pc:sldMkLst>
        <pc:spChg chg="mod">
          <ac:chgData name="João Frederico" userId="79b64b9f-5401-435a-857e-1debfc15e995" providerId="ADAL" clId="{86D65DD3-308C-4D51-A569-573CC6A4FA8E}" dt="2026-09-17T03:22:09.879" v="1257" actId="20577"/>
          <ac:spMkLst>
            <pc:docMk/>
            <pc:sldMk cId="2635294138" sldId="301"/>
            <ac:spMk id="4" creationId="{3890DADA-1FE3-3B44-A742-EBD1616C662E}"/>
          </ac:spMkLst>
        </pc:spChg>
      </pc:sldChg>
      <pc:sldChg chg="addSp delSp modSp add mod ord">
        <pc:chgData name="João Frederico" userId="79b64b9f-5401-435a-857e-1debfc15e995" providerId="ADAL" clId="{86D65DD3-308C-4D51-A569-573CC6A4FA8E}" dt="2026-09-17T03:30:43.568" v="1831" actId="14100"/>
        <pc:sldMkLst>
          <pc:docMk/>
          <pc:sldMk cId="400241039" sldId="302"/>
        </pc:sldMkLst>
        <pc:spChg chg="mod">
          <ac:chgData name="João Frederico" userId="79b64b9f-5401-435a-857e-1debfc15e995" providerId="ADAL" clId="{86D65DD3-308C-4D51-A569-573CC6A4FA8E}" dt="2026-09-17T03:27:46.740" v="1663" actId="1076"/>
          <ac:spMkLst>
            <pc:docMk/>
            <pc:sldMk cId="400241039" sldId="302"/>
            <ac:spMk id="3" creationId="{23C887BB-3957-60AB-1F10-618C2209AFB6}"/>
          </ac:spMkLst>
        </pc:spChg>
        <pc:spChg chg="mod">
          <ac:chgData name="João Frederico" userId="79b64b9f-5401-435a-857e-1debfc15e995" providerId="ADAL" clId="{86D65DD3-308C-4D51-A569-573CC6A4FA8E}" dt="2026-09-17T03:30:43.568" v="1831" actId="14100"/>
          <ac:spMkLst>
            <pc:docMk/>
            <pc:sldMk cId="400241039" sldId="302"/>
            <ac:spMk id="4" creationId="{502692E9-5B2B-5EED-0AA9-E6B1D6313EE2}"/>
          </ac:spMkLst>
        </pc:spChg>
        <pc:spChg chg="del topLvl">
          <ac:chgData name="João Frederico" userId="79b64b9f-5401-435a-857e-1debfc15e995" providerId="ADAL" clId="{86D65DD3-308C-4D51-A569-573CC6A4FA8E}" dt="2026-09-17T03:24:54.131" v="1392" actId="478"/>
          <ac:spMkLst>
            <pc:docMk/>
            <pc:sldMk cId="400241039" sldId="302"/>
            <ac:spMk id="6" creationId="{839ABFD6-7386-38EF-95D1-6991A3D9AEAF}"/>
          </ac:spMkLst>
        </pc:spChg>
        <pc:spChg chg="mod topLvl">
          <ac:chgData name="João Frederico" userId="79b64b9f-5401-435a-857e-1debfc15e995" providerId="ADAL" clId="{86D65DD3-308C-4D51-A569-573CC6A4FA8E}" dt="2026-09-17T03:24:55.600" v="1394" actId="6549"/>
          <ac:spMkLst>
            <pc:docMk/>
            <pc:sldMk cId="400241039" sldId="302"/>
            <ac:spMk id="7" creationId="{71C690EC-BD7C-4A80-D5AD-C5CF378BD9CE}"/>
          </ac:spMkLst>
        </pc:spChg>
        <pc:grpChg chg="del">
          <ac:chgData name="João Frederico" userId="79b64b9f-5401-435a-857e-1debfc15e995" providerId="ADAL" clId="{86D65DD3-308C-4D51-A569-573CC6A4FA8E}" dt="2026-09-17T03:24:54.131" v="1392" actId="478"/>
          <ac:grpSpMkLst>
            <pc:docMk/>
            <pc:sldMk cId="400241039" sldId="302"/>
            <ac:grpSpMk id="5" creationId="{19D03856-5D15-EF12-4613-8D4F2C97A3F8}"/>
          </ac:grpSpMkLst>
        </pc:grpChg>
        <pc:grpChg chg="mod">
          <ac:chgData name="João Frederico" userId="79b64b9f-5401-435a-857e-1debfc15e995" providerId="ADAL" clId="{86D65DD3-308C-4D51-A569-573CC6A4FA8E}" dt="2026-09-17T03:24:51.757" v="1391" actId="1076"/>
          <ac:grpSpMkLst>
            <pc:docMk/>
            <pc:sldMk cId="400241039" sldId="302"/>
            <ac:grpSpMk id="11" creationId="{F0D38701-4FE9-A617-0200-A0536D68001F}"/>
          </ac:grpSpMkLst>
        </pc:grpChg>
        <pc:picChg chg="add mod">
          <ac:chgData name="João Frederico" userId="79b64b9f-5401-435a-857e-1debfc15e995" providerId="ADAL" clId="{86D65DD3-308C-4D51-A569-573CC6A4FA8E}" dt="2026-09-17T03:21:01.972" v="1154" actId="14100"/>
          <ac:picMkLst>
            <pc:docMk/>
            <pc:sldMk cId="400241039" sldId="302"/>
            <ac:picMk id="9" creationId="{A5D6D663-188F-3CB3-0DC3-21FBB9B56899}"/>
          </ac:picMkLst>
        </pc:picChg>
        <pc:picChg chg="del">
          <ac:chgData name="João Frederico" userId="79b64b9f-5401-435a-857e-1debfc15e995" providerId="ADAL" clId="{86D65DD3-308C-4D51-A569-573CC6A4FA8E}" dt="2026-09-17T03:20:47.660" v="1151" actId="478"/>
          <ac:picMkLst>
            <pc:docMk/>
            <pc:sldMk cId="400241039" sldId="302"/>
            <ac:picMk id="32" creationId="{5B433A85-832B-7786-044F-C10492B16524}"/>
          </ac:picMkLst>
        </pc:picChg>
      </pc:sldChg>
      <pc:sldChg chg="add del">
        <pc:chgData name="João Frederico" userId="79b64b9f-5401-435a-857e-1debfc15e995" providerId="ADAL" clId="{86D65DD3-308C-4D51-A569-573CC6A4FA8E}" dt="2026-09-17T03:20:39.390" v="1149" actId="47"/>
        <pc:sldMkLst>
          <pc:docMk/>
          <pc:sldMk cId="1411723939" sldId="302"/>
        </pc:sldMkLst>
      </pc:sldChg>
      <pc:sldChg chg="addSp delSp modSp add mod ord">
        <pc:chgData name="João Frederico" userId="79b64b9f-5401-435a-857e-1debfc15e995" providerId="ADAL" clId="{86D65DD3-308C-4D51-A569-573CC6A4FA8E}" dt="2026-09-17T03:23:57.939" v="1389" actId="20577"/>
        <pc:sldMkLst>
          <pc:docMk/>
          <pc:sldMk cId="1551826053" sldId="303"/>
        </pc:sldMkLst>
        <pc:spChg chg="mod">
          <ac:chgData name="João Frederico" userId="79b64b9f-5401-435a-857e-1debfc15e995" providerId="ADAL" clId="{86D65DD3-308C-4D51-A569-573CC6A4FA8E}" dt="2026-09-17T03:23:57.939" v="1389" actId="20577"/>
          <ac:spMkLst>
            <pc:docMk/>
            <pc:sldMk cId="1551826053" sldId="303"/>
            <ac:spMk id="3" creationId="{98C3CC18-CB95-5280-6303-B76083E7E2B2}"/>
          </ac:spMkLst>
        </pc:spChg>
        <pc:spChg chg="del">
          <ac:chgData name="João Frederico" userId="79b64b9f-5401-435a-857e-1debfc15e995" providerId="ADAL" clId="{86D65DD3-308C-4D51-A569-573CC6A4FA8E}" dt="2026-09-17T03:23:48.720" v="1340" actId="478"/>
          <ac:spMkLst>
            <pc:docMk/>
            <pc:sldMk cId="1551826053" sldId="303"/>
            <ac:spMk id="4" creationId="{8E17633C-F6CF-BEA7-549A-0A3DA7F94A09}"/>
          </ac:spMkLst>
        </pc:spChg>
        <pc:picChg chg="del">
          <ac:chgData name="João Frederico" userId="79b64b9f-5401-435a-857e-1debfc15e995" providerId="ADAL" clId="{86D65DD3-308C-4D51-A569-573CC6A4FA8E}" dt="2026-09-17T03:22:30.369" v="1261" actId="478"/>
          <ac:picMkLst>
            <pc:docMk/>
            <pc:sldMk cId="1551826053" sldId="303"/>
            <ac:picMk id="9" creationId="{8CC1F84E-7ABE-D45B-C9CE-461BDCA47629}"/>
          </ac:picMkLst>
        </pc:picChg>
        <pc:picChg chg="add mod">
          <ac:chgData name="João Frederico" userId="79b64b9f-5401-435a-857e-1debfc15e995" providerId="ADAL" clId="{86D65DD3-308C-4D51-A569-573CC6A4FA8E}" dt="2026-09-17T03:23:00.370" v="1298" actId="14100"/>
          <ac:picMkLst>
            <pc:docMk/>
            <pc:sldMk cId="1551826053" sldId="303"/>
            <ac:picMk id="10" creationId="{DA933A1B-0924-0A8C-0D03-2FB2D3771230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3:23:31.600" v="1339" actId="20577"/>
        <pc:sldMkLst>
          <pc:docMk/>
          <pc:sldMk cId="170629846" sldId="304"/>
        </pc:sldMkLst>
        <pc:spChg chg="mod">
          <ac:chgData name="João Frederico" userId="79b64b9f-5401-435a-857e-1debfc15e995" providerId="ADAL" clId="{86D65DD3-308C-4D51-A569-573CC6A4FA8E}" dt="2026-09-17T03:23:31.600" v="1339" actId="20577"/>
          <ac:spMkLst>
            <pc:docMk/>
            <pc:sldMk cId="170629846" sldId="304"/>
            <ac:spMk id="3" creationId="{AB28DFF5-7215-D0DC-85D6-0B4AACE16F8A}"/>
          </ac:spMkLst>
        </pc:spChg>
        <pc:spChg chg="del">
          <ac:chgData name="João Frederico" userId="79b64b9f-5401-435a-857e-1debfc15e995" providerId="ADAL" clId="{86D65DD3-308C-4D51-A569-573CC6A4FA8E}" dt="2026-09-17T03:23:24.343" v="1305" actId="478"/>
          <ac:spMkLst>
            <pc:docMk/>
            <pc:sldMk cId="170629846" sldId="304"/>
            <ac:spMk id="4" creationId="{F8979693-C378-5763-D194-87B25771BFD2}"/>
          </ac:spMkLst>
        </pc:spChg>
        <pc:picChg chg="add mod">
          <ac:chgData name="João Frederico" userId="79b64b9f-5401-435a-857e-1debfc15e995" providerId="ADAL" clId="{86D65DD3-308C-4D51-A569-573CC6A4FA8E}" dt="2026-09-17T03:23:18.820" v="1304" actId="14100"/>
          <ac:picMkLst>
            <pc:docMk/>
            <pc:sldMk cId="170629846" sldId="304"/>
            <ac:picMk id="9" creationId="{CABBDAE7-C8A2-6BEF-21C4-63D4F69D1483}"/>
          </ac:picMkLst>
        </pc:picChg>
        <pc:picChg chg="del">
          <ac:chgData name="João Frederico" userId="79b64b9f-5401-435a-857e-1debfc15e995" providerId="ADAL" clId="{86D65DD3-308C-4D51-A569-573CC6A4FA8E}" dt="2026-09-17T03:23:13.224" v="1300" actId="478"/>
          <ac:picMkLst>
            <pc:docMk/>
            <pc:sldMk cId="170629846" sldId="304"/>
            <ac:picMk id="10" creationId="{DE92F5F2-2DAB-3291-A008-216CFB5FD184}"/>
          </ac:picMkLst>
        </pc:picChg>
      </pc:sldChg>
      <pc:sldChg chg="delSp modSp add del mod">
        <pc:chgData name="João Frederico" userId="79b64b9f-5401-435a-857e-1debfc15e995" providerId="ADAL" clId="{86D65DD3-308C-4D51-A569-573CC6A4FA8E}" dt="2026-09-17T03:39:59.620" v="2109" actId="47"/>
        <pc:sldMkLst>
          <pc:docMk/>
          <pc:sldMk cId="3654845723" sldId="305"/>
        </pc:sldMkLst>
        <pc:spChg chg="del">
          <ac:chgData name="João Frederico" userId="79b64b9f-5401-435a-857e-1debfc15e995" providerId="ADAL" clId="{86D65DD3-308C-4D51-A569-573CC6A4FA8E}" dt="2026-09-17T03:25:37.204" v="1408" actId="478"/>
          <ac:spMkLst>
            <pc:docMk/>
            <pc:sldMk cId="3654845723" sldId="305"/>
            <ac:spMk id="9" creationId="{6EE5059B-60D4-1670-04FA-9B28EBBE5716}"/>
          </ac:spMkLst>
        </pc:spChg>
        <pc:spChg chg="mod">
          <ac:chgData name="João Frederico" userId="79b64b9f-5401-435a-857e-1debfc15e995" providerId="ADAL" clId="{86D65DD3-308C-4D51-A569-573CC6A4FA8E}" dt="2026-09-17T03:26:01.712" v="1455" actId="14100"/>
          <ac:spMkLst>
            <pc:docMk/>
            <pc:sldMk cId="3654845723" sldId="305"/>
            <ac:spMk id="36" creationId="{790F67FC-7706-A9B3-25BF-BFC5108BA3B5}"/>
          </ac:spMkLst>
        </pc:spChg>
        <pc:spChg chg="del">
          <ac:chgData name="João Frederico" userId="79b64b9f-5401-435a-857e-1debfc15e995" providerId="ADAL" clId="{86D65DD3-308C-4D51-A569-573CC6A4FA8E}" dt="2026-09-17T03:25:31.225" v="1399" actId="478"/>
          <ac:spMkLst>
            <pc:docMk/>
            <pc:sldMk cId="3654845723" sldId="305"/>
            <ac:spMk id="37" creationId="{4AF1826F-AF26-FC42-60B6-75CF73F3B45D}"/>
          </ac:spMkLst>
        </pc:spChg>
        <pc:spChg chg="mod">
          <ac:chgData name="João Frederico" userId="79b64b9f-5401-435a-857e-1debfc15e995" providerId="ADAL" clId="{86D65DD3-308C-4D51-A569-573CC6A4FA8E}" dt="2026-09-17T03:26:04.489" v="1456" actId="14100"/>
          <ac:spMkLst>
            <pc:docMk/>
            <pc:sldMk cId="3654845723" sldId="305"/>
            <ac:spMk id="38" creationId="{C89BF86B-7771-71BC-D727-1681C76EAC36}"/>
          </ac:spMkLst>
        </pc:spChg>
        <pc:spChg chg="mod">
          <ac:chgData name="João Frederico" userId="79b64b9f-5401-435a-857e-1debfc15e995" providerId="ADAL" clId="{86D65DD3-308C-4D51-A569-573CC6A4FA8E}" dt="2026-09-17T03:26:06.870" v="1457" actId="14100"/>
          <ac:spMkLst>
            <pc:docMk/>
            <pc:sldMk cId="3654845723" sldId="305"/>
            <ac:spMk id="40" creationId="{CE082AEE-9977-7E81-681B-3B758A046A32}"/>
          </ac:spMkLst>
        </pc:spChg>
        <pc:spChg chg="del">
          <ac:chgData name="João Frederico" userId="79b64b9f-5401-435a-857e-1debfc15e995" providerId="ADAL" clId="{86D65DD3-308C-4D51-A569-573CC6A4FA8E}" dt="2026-09-17T03:25:29.679" v="1397" actId="478"/>
          <ac:spMkLst>
            <pc:docMk/>
            <pc:sldMk cId="3654845723" sldId="305"/>
            <ac:spMk id="43" creationId="{A88235D0-D5A7-FF7C-A50C-E3EA976593B5}"/>
          </ac:spMkLst>
        </pc:spChg>
        <pc:spChg chg="mod">
          <ac:chgData name="João Frederico" userId="79b64b9f-5401-435a-857e-1debfc15e995" providerId="ADAL" clId="{86D65DD3-308C-4D51-A569-573CC6A4FA8E}" dt="2026-09-17T03:26:50.803" v="1560" actId="14100"/>
          <ac:spMkLst>
            <pc:docMk/>
            <pc:sldMk cId="3654845723" sldId="305"/>
            <ac:spMk id="44" creationId="{EDE03E9F-0382-DC83-F96E-229E3E1189AC}"/>
          </ac:spMkLst>
        </pc:spChg>
        <pc:spChg chg="mod">
          <ac:chgData name="João Frederico" userId="79b64b9f-5401-435a-857e-1debfc15e995" providerId="ADAL" clId="{86D65DD3-308C-4D51-A569-573CC6A4FA8E}" dt="2026-09-17T03:27:02.970" v="1594" actId="14100"/>
          <ac:spMkLst>
            <pc:docMk/>
            <pc:sldMk cId="3654845723" sldId="305"/>
            <ac:spMk id="46" creationId="{F951B0F7-03B9-18B1-C417-ADC9DDBABC3A}"/>
          </ac:spMkLst>
        </pc:spChg>
        <pc:spChg chg="del">
          <ac:chgData name="João Frederico" userId="79b64b9f-5401-435a-857e-1debfc15e995" providerId="ADAL" clId="{86D65DD3-308C-4D51-A569-573CC6A4FA8E}" dt="2026-09-17T03:25:30.449" v="1398" actId="478"/>
          <ac:spMkLst>
            <pc:docMk/>
            <pc:sldMk cId="3654845723" sldId="305"/>
            <ac:spMk id="47" creationId="{5E2F75D6-14F9-4C2F-5117-4E67231CB385}"/>
          </ac:spMkLst>
        </pc:spChg>
        <pc:spChg chg="mod">
          <ac:chgData name="João Frederico" userId="79b64b9f-5401-435a-857e-1debfc15e995" providerId="ADAL" clId="{86D65DD3-308C-4D51-A569-573CC6A4FA8E}" dt="2026-09-17T03:25:58.859" v="1454" actId="1076"/>
          <ac:spMkLst>
            <pc:docMk/>
            <pc:sldMk cId="3654845723" sldId="305"/>
            <ac:spMk id="48" creationId="{16587D71-2AA6-6476-546A-2E720DB19106}"/>
          </ac:spMkLst>
        </pc:spChg>
        <pc:spChg chg="mod">
          <ac:chgData name="João Frederico" userId="79b64b9f-5401-435a-857e-1debfc15e995" providerId="ADAL" clId="{86D65DD3-308C-4D51-A569-573CC6A4FA8E}" dt="2026-09-17T03:25:58.859" v="1454" actId="1076"/>
          <ac:spMkLst>
            <pc:docMk/>
            <pc:sldMk cId="3654845723" sldId="305"/>
            <ac:spMk id="50" creationId="{9703CE6E-F932-F114-14B1-75E17FFE5BD1}"/>
          </ac:spMkLst>
        </pc:spChg>
        <pc:spChg chg="del">
          <ac:chgData name="João Frederico" userId="79b64b9f-5401-435a-857e-1debfc15e995" providerId="ADAL" clId="{86D65DD3-308C-4D51-A569-573CC6A4FA8E}" dt="2026-09-17T03:25:32.225" v="1400" actId="478"/>
          <ac:spMkLst>
            <pc:docMk/>
            <pc:sldMk cId="3654845723" sldId="305"/>
            <ac:spMk id="51" creationId="{6809437E-0815-1EDD-B764-29F0981837E5}"/>
          </ac:spMkLst>
        </pc:spChg>
        <pc:spChg chg="mod">
          <ac:chgData name="João Frederico" userId="79b64b9f-5401-435a-857e-1debfc15e995" providerId="ADAL" clId="{86D65DD3-308C-4D51-A569-573CC6A4FA8E}" dt="2026-09-17T03:25:58.859" v="1454" actId="1076"/>
          <ac:spMkLst>
            <pc:docMk/>
            <pc:sldMk cId="3654845723" sldId="305"/>
            <ac:spMk id="52" creationId="{FC970249-C6C0-A3AA-B87A-C9AB23670B13}"/>
          </ac:spMkLst>
        </pc:spChg>
        <pc:spChg chg="mod">
          <ac:chgData name="João Frederico" userId="79b64b9f-5401-435a-857e-1debfc15e995" providerId="ADAL" clId="{86D65DD3-308C-4D51-A569-573CC6A4FA8E}" dt="2026-09-17T03:25:58.859" v="1454" actId="1076"/>
          <ac:spMkLst>
            <pc:docMk/>
            <pc:sldMk cId="3654845723" sldId="305"/>
            <ac:spMk id="54" creationId="{76AE7250-F38D-8F2B-C278-0633D06C250A}"/>
          </ac:spMkLst>
        </pc:spChg>
        <pc:spChg chg="mod">
          <ac:chgData name="João Frederico" userId="79b64b9f-5401-435a-857e-1debfc15e995" providerId="ADAL" clId="{86D65DD3-308C-4D51-A569-573CC6A4FA8E}" dt="2026-09-17T03:25:58.859" v="1454" actId="1076"/>
          <ac:spMkLst>
            <pc:docMk/>
            <pc:sldMk cId="3654845723" sldId="305"/>
            <ac:spMk id="56" creationId="{492CF5A8-2F00-1DE9-BC00-1EB1F561A8A3}"/>
          </ac:spMkLst>
        </pc:spChg>
        <pc:spChg chg="mod">
          <ac:chgData name="João Frederico" userId="79b64b9f-5401-435a-857e-1debfc15e995" providerId="ADAL" clId="{86D65DD3-308C-4D51-A569-573CC6A4FA8E}" dt="2026-09-17T03:25:58.859" v="1454" actId="1076"/>
          <ac:spMkLst>
            <pc:docMk/>
            <pc:sldMk cId="3654845723" sldId="305"/>
            <ac:spMk id="58" creationId="{C82AB557-2132-CFAA-1DC0-1201F40D3B16}"/>
          </ac:spMkLst>
        </pc:spChg>
        <pc:spChg chg="del">
          <ac:chgData name="João Frederico" userId="79b64b9f-5401-435a-857e-1debfc15e995" providerId="ADAL" clId="{86D65DD3-308C-4D51-A569-573CC6A4FA8E}" dt="2026-09-17T03:25:27.435" v="1396" actId="478"/>
          <ac:spMkLst>
            <pc:docMk/>
            <pc:sldMk cId="3654845723" sldId="305"/>
            <ac:spMk id="60" creationId="{76ABFACC-3834-D6E8-F9A7-08DDDAE09631}"/>
          </ac:spMkLst>
        </pc:spChg>
        <pc:spChg chg="del">
          <ac:chgData name="João Frederico" userId="79b64b9f-5401-435a-857e-1debfc15e995" providerId="ADAL" clId="{86D65DD3-308C-4D51-A569-573CC6A4FA8E}" dt="2026-09-17T03:25:34.180" v="1403" actId="478"/>
          <ac:spMkLst>
            <pc:docMk/>
            <pc:sldMk cId="3654845723" sldId="305"/>
            <ac:spMk id="62" creationId="{112B578A-F116-19B6-A394-83DB89308649}"/>
          </ac:spMkLst>
        </pc:spChg>
        <pc:spChg chg="del">
          <ac:chgData name="João Frederico" userId="79b64b9f-5401-435a-857e-1debfc15e995" providerId="ADAL" clId="{86D65DD3-308C-4D51-A569-573CC6A4FA8E}" dt="2026-09-17T03:25:32.819" v="1401" actId="478"/>
          <ac:spMkLst>
            <pc:docMk/>
            <pc:sldMk cId="3654845723" sldId="305"/>
            <ac:spMk id="63" creationId="{7A21DE77-95FC-BE0D-6A6E-00A383094338}"/>
          </ac:spMkLst>
        </pc:spChg>
        <pc:spChg chg="del">
          <ac:chgData name="João Frederico" userId="79b64b9f-5401-435a-857e-1debfc15e995" providerId="ADAL" clId="{86D65DD3-308C-4D51-A569-573CC6A4FA8E}" dt="2026-09-17T03:25:33.670" v="1402" actId="478"/>
          <ac:spMkLst>
            <pc:docMk/>
            <pc:sldMk cId="3654845723" sldId="305"/>
            <ac:spMk id="64" creationId="{3AE860BD-9DEF-ABB3-BD66-C8106ACC1AC0}"/>
          </ac:spMkLst>
        </pc:spChg>
        <pc:spChg chg="del">
          <ac:chgData name="João Frederico" userId="79b64b9f-5401-435a-857e-1debfc15e995" providerId="ADAL" clId="{86D65DD3-308C-4D51-A569-573CC6A4FA8E}" dt="2026-09-17T03:25:36.180" v="1406" actId="478"/>
          <ac:spMkLst>
            <pc:docMk/>
            <pc:sldMk cId="3654845723" sldId="305"/>
            <ac:spMk id="72" creationId="{92B27BA1-26A8-1AA3-5CFE-A9A1AD80B477}"/>
          </ac:spMkLst>
        </pc:spChg>
        <pc:spChg chg="del">
          <ac:chgData name="João Frederico" userId="79b64b9f-5401-435a-857e-1debfc15e995" providerId="ADAL" clId="{86D65DD3-308C-4D51-A569-573CC6A4FA8E}" dt="2026-09-17T03:25:39.527" v="1409" actId="478"/>
          <ac:spMkLst>
            <pc:docMk/>
            <pc:sldMk cId="3654845723" sldId="305"/>
            <ac:spMk id="74" creationId="{6980E986-9AB8-7020-DFDF-B867EB7BCF3F}"/>
          </ac:spMkLst>
        </pc:spChg>
        <pc:spChg chg="del mod">
          <ac:chgData name="João Frederico" userId="79b64b9f-5401-435a-857e-1debfc15e995" providerId="ADAL" clId="{86D65DD3-308C-4D51-A569-573CC6A4FA8E}" dt="2026-09-17T03:25:36.699" v="1407" actId="478"/>
          <ac:spMkLst>
            <pc:docMk/>
            <pc:sldMk cId="3654845723" sldId="305"/>
            <ac:spMk id="76" creationId="{123A455F-F860-E46D-5BF4-44481ED0291B}"/>
          </ac:spMkLst>
        </pc:spChg>
        <pc:spChg chg="del mod">
          <ac:chgData name="João Frederico" userId="79b64b9f-5401-435a-857e-1debfc15e995" providerId="ADAL" clId="{86D65DD3-308C-4D51-A569-573CC6A4FA8E}" dt="2026-09-17T03:25:40.205" v="1410" actId="478"/>
          <ac:spMkLst>
            <pc:docMk/>
            <pc:sldMk cId="3654845723" sldId="305"/>
            <ac:spMk id="78" creationId="{0C5D5B88-D9E1-A397-F7EC-1C740B3289FB}"/>
          </ac:spMkLst>
        </pc:spChg>
        <pc:spChg chg="del">
          <ac:chgData name="João Frederico" userId="79b64b9f-5401-435a-857e-1debfc15e995" providerId="ADAL" clId="{86D65DD3-308C-4D51-A569-573CC6A4FA8E}" dt="2026-09-17T03:25:41.402" v="1411" actId="478"/>
          <ac:spMkLst>
            <pc:docMk/>
            <pc:sldMk cId="3654845723" sldId="305"/>
            <ac:spMk id="80" creationId="{FCD1D76A-5175-95F5-07CE-C9194930900D}"/>
          </ac:spMkLst>
        </pc:spChg>
        <pc:spChg chg="del">
          <ac:chgData name="João Frederico" userId="79b64b9f-5401-435a-857e-1debfc15e995" providerId="ADAL" clId="{86D65DD3-308C-4D51-A569-573CC6A4FA8E}" dt="2026-09-17T03:25:41.813" v="1412" actId="478"/>
          <ac:spMkLst>
            <pc:docMk/>
            <pc:sldMk cId="3654845723" sldId="305"/>
            <ac:spMk id="82" creationId="{F8DE617B-1720-A8F3-D9BC-DEEC9BA2468E}"/>
          </ac:spMkLst>
        </pc:spChg>
        <pc:spChg chg="del">
          <ac:chgData name="João Frederico" userId="79b64b9f-5401-435a-857e-1debfc15e995" providerId="ADAL" clId="{86D65DD3-308C-4D51-A569-573CC6A4FA8E}" dt="2026-09-17T03:25:42.302" v="1413" actId="478"/>
          <ac:spMkLst>
            <pc:docMk/>
            <pc:sldMk cId="3654845723" sldId="305"/>
            <ac:spMk id="92" creationId="{8832450F-B03E-32DC-562D-F8E8A45A0957}"/>
          </ac:spMkLst>
        </pc:spChg>
        <pc:spChg chg="del">
          <ac:chgData name="João Frederico" userId="79b64b9f-5401-435a-857e-1debfc15e995" providerId="ADAL" clId="{86D65DD3-308C-4D51-A569-573CC6A4FA8E}" dt="2026-09-17T03:25:42.790" v="1414" actId="478"/>
          <ac:spMkLst>
            <pc:docMk/>
            <pc:sldMk cId="3654845723" sldId="305"/>
            <ac:spMk id="94" creationId="{F4F446CA-C2F1-769B-1D4C-136477D42A87}"/>
          </ac:spMkLst>
        </pc:spChg>
        <pc:spChg chg="mod">
          <ac:chgData name="João Frederico" userId="79b64b9f-5401-435a-857e-1debfc15e995" providerId="ADAL" clId="{86D65DD3-308C-4D51-A569-573CC6A4FA8E}" dt="2026-09-17T03:26:34.550" v="1512" actId="14100"/>
          <ac:spMkLst>
            <pc:docMk/>
            <pc:sldMk cId="3654845723" sldId="305"/>
            <ac:spMk id="96" creationId="{0334E504-BD8D-DE5B-6377-EF5D10A39359}"/>
          </ac:spMkLst>
        </pc:spChg>
      </pc:sldChg>
      <pc:sldChg chg="addSp delSp modSp add mod">
        <pc:chgData name="João Frederico" userId="79b64b9f-5401-435a-857e-1debfc15e995" providerId="ADAL" clId="{86D65DD3-308C-4D51-A569-573CC6A4FA8E}" dt="2026-09-17T03:50:06.401" v="2817" actId="14100"/>
        <pc:sldMkLst>
          <pc:docMk/>
          <pc:sldMk cId="1192776177" sldId="306"/>
        </pc:sldMkLst>
        <pc:spChg chg="mod">
          <ac:chgData name="João Frederico" userId="79b64b9f-5401-435a-857e-1debfc15e995" providerId="ADAL" clId="{86D65DD3-308C-4D51-A569-573CC6A4FA8E}" dt="2026-09-17T03:47:46.640" v="2580" actId="1076"/>
          <ac:spMkLst>
            <pc:docMk/>
            <pc:sldMk cId="1192776177" sldId="306"/>
            <ac:spMk id="3" creationId="{675C41D2-0484-525A-CDA9-1259EB113537}"/>
          </ac:spMkLst>
        </pc:spChg>
        <pc:spChg chg="add del mod">
          <ac:chgData name="João Frederico" userId="79b64b9f-5401-435a-857e-1debfc15e995" providerId="ADAL" clId="{86D65DD3-308C-4D51-A569-573CC6A4FA8E}" dt="2026-09-17T03:41:13.823" v="2215" actId="478"/>
          <ac:spMkLst>
            <pc:docMk/>
            <pc:sldMk cId="1192776177" sldId="306"/>
            <ac:spMk id="4" creationId="{6F50072E-7BA4-FBDD-187C-7E089050BB5B}"/>
          </ac:spMkLst>
        </pc:spChg>
        <pc:spChg chg="add del mod">
          <ac:chgData name="João Frederico" userId="79b64b9f-5401-435a-857e-1debfc15e995" providerId="ADAL" clId="{86D65DD3-308C-4D51-A569-573CC6A4FA8E}" dt="2026-09-17T03:41:12.220" v="2214" actId="478"/>
          <ac:spMkLst>
            <pc:docMk/>
            <pc:sldMk cId="1192776177" sldId="306"/>
            <ac:spMk id="8" creationId="{9BB88A7C-82BF-451A-14CC-007D2F6C5B06}"/>
          </ac:spMkLst>
        </pc:spChg>
        <pc:spChg chg="add del mod">
          <ac:chgData name="João Frederico" userId="79b64b9f-5401-435a-857e-1debfc15e995" providerId="ADAL" clId="{86D65DD3-308C-4D51-A569-573CC6A4FA8E}" dt="2026-09-17T03:41:35.990" v="2222" actId="22"/>
          <ac:spMkLst>
            <pc:docMk/>
            <pc:sldMk cId="1192776177" sldId="306"/>
            <ac:spMk id="31" creationId="{51924E03-A199-B8C8-F4E9-34F6689DFD64}"/>
          </ac:spMkLst>
        </pc:spChg>
        <pc:spChg chg="add del mod">
          <ac:chgData name="João Frederico" userId="79b64b9f-5401-435a-857e-1debfc15e995" providerId="ADAL" clId="{86D65DD3-308C-4D51-A569-573CC6A4FA8E}" dt="2026-09-17T03:41:35.990" v="2222" actId="22"/>
          <ac:spMkLst>
            <pc:docMk/>
            <pc:sldMk cId="1192776177" sldId="306"/>
            <ac:spMk id="33" creationId="{6E2C9A2C-9C87-6A81-5B3A-A41B320FC28F}"/>
          </ac:spMkLst>
        </pc:spChg>
        <pc:spChg chg="add del mod">
          <ac:chgData name="João Frederico" userId="79b64b9f-5401-435a-857e-1debfc15e995" providerId="ADAL" clId="{86D65DD3-308C-4D51-A569-573CC6A4FA8E}" dt="2026-09-17T03:41:35.990" v="2222" actId="22"/>
          <ac:spMkLst>
            <pc:docMk/>
            <pc:sldMk cId="1192776177" sldId="306"/>
            <ac:spMk id="37" creationId="{907EA330-238F-1AD2-5B94-D1D30C4EA28C}"/>
          </ac:spMkLst>
        </pc:spChg>
        <pc:spChg chg="add del mod">
          <ac:chgData name="João Frederico" userId="79b64b9f-5401-435a-857e-1debfc15e995" providerId="ADAL" clId="{86D65DD3-308C-4D51-A569-573CC6A4FA8E}" dt="2026-09-17T03:41:35.990" v="2222" actId="22"/>
          <ac:spMkLst>
            <pc:docMk/>
            <pc:sldMk cId="1192776177" sldId="306"/>
            <ac:spMk id="41" creationId="{898278F2-43ED-3D52-A4CC-4841F1F2D769}"/>
          </ac:spMkLst>
        </pc:spChg>
        <pc:spChg chg="add del mod">
          <ac:chgData name="João Frederico" userId="79b64b9f-5401-435a-857e-1debfc15e995" providerId="ADAL" clId="{86D65DD3-308C-4D51-A569-573CC6A4FA8E}" dt="2026-09-17T03:41:35.990" v="2222" actId="22"/>
          <ac:spMkLst>
            <pc:docMk/>
            <pc:sldMk cId="1192776177" sldId="306"/>
            <ac:spMk id="43" creationId="{B41AC237-1E0C-E203-701D-9EE4D99C7659}"/>
          </ac:spMkLst>
        </pc:spChg>
        <pc:spChg chg="add del mod">
          <ac:chgData name="João Frederico" userId="79b64b9f-5401-435a-857e-1debfc15e995" providerId="ADAL" clId="{86D65DD3-308C-4D51-A569-573CC6A4FA8E}" dt="2026-09-17T03:41:35.990" v="2222" actId="22"/>
          <ac:spMkLst>
            <pc:docMk/>
            <pc:sldMk cId="1192776177" sldId="306"/>
            <ac:spMk id="45" creationId="{CB0065C2-7325-3616-F07C-8071AFECF6D2}"/>
          </ac:spMkLst>
        </pc:spChg>
        <pc:spChg chg="add del mod">
          <ac:chgData name="João Frederico" userId="79b64b9f-5401-435a-857e-1debfc15e995" providerId="ADAL" clId="{86D65DD3-308C-4D51-A569-573CC6A4FA8E}" dt="2026-09-17T03:41:35.990" v="2222" actId="22"/>
          <ac:spMkLst>
            <pc:docMk/>
            <pc:sldMk cId="1192776177" sldId="306"/>
            <ac:spMk id="49" creationId="{F8D61221-E2C4-FE10-A5FA-E4BCB7B0F983}"/>
          </ac:spMkLst>
        </pc:spChg>
        <pc:spChg chg="add del mod">
          <ac:chgData name="João Frederico" userId="79b64b9f-5401-435a-857e-1debfc15e995" providerId="ADAL" clId="{86D65DD3-308C-4D51-A569-573CC6A4FA8E}" dt="2026-09-17T03:41:35.990" v="2222" actId="22"/>
          <ac:spMkLst>
            <pc:docMk/>
            <pc:sldMk cId="1192776177" sldId="306"/>
            <ac:spMk id="51" creationId="{DF34B19B-6329-6919-806F-2B3999A95501}"/>
          </ac:spMkLst>
        </pc:spChg>
        <pc:spChg chg="add del mod">
          <ac:chgData name="João Frederico" userId="79b64b9f-5401-435a-857e-1debfc15e995" providerId="ADAL" clId="{86D65DD3-308C-4D51-A569-573CC6A4FA8E}" dt="2026-09-17T03:41:35.990" v="2222" actId="22"/>
          <ac:spMkLst>
            <pc:docMk/>
            <pc:sldMk cId="1192776177" sldId="306"/>
            <ac:spMk id="53" creationId="{EA3D3FE2-20E5-C13E-3D88-751B2BFD33AE}"/>
          </ac:spMkLst>
        </pc:spChg>
        <pc:spChg chg="add del mod">
          <ac:chgData name="João Frederico" userId="79b64b9f-5401-435a-857e-1debfc15e995" providerId="ADAL" clId="{86D65DD3-308C-4D51-A569-573CC6A4FA8E}" dt="2026-09-17T03:41:35.990" v="2222" actId="22"/>
          <ac:spMkLst>
            <pc:docMk/>
            <pc:sldMk cId="1192776177" sldId="306"/>
            <ac:spMk id="55" creationId="{58A10F15-2A54-1B3F-BAB1-25B83BD5B022}"/>
          </ac:spMkLst>
        </pc:spChg>
        <pc:spChg chg="add mod">
          <ac:chgData name="João Frederico" userId="79b64b9f-5401-435a-857e-1debfc15e995" providerId="ADAL" clId="{86D65DD3-308C-4D51-A569-573CC6A4FA8E}" dt="2026-09-17T03:48:01.754" v="2582" actId="1076"/>
          <ac:spMkLst>
            <pc:docMk/>
            <pc:sldMk cId="1192776177" sldId="306"/>
            <ac:spMk id="59" creationId="{672076EA-1AD7-340A-D41E-8257B31712F0}"/>
          </ac:spMkLst>
        </pc:spChg>
        <pc:spChg chg="add mod">
          <ac:chgData name="João Frederico" userId="79b64b9f-5401-435a-857e-1debfc15e995" providerId="ADAL" clId="{86D65DD3-308C-4D51-A569-573CC6A4FA8E}" dt="2026-09-17T03:48:01.754" v="2582" actId="1076"/>
          <ac:spMkLst>
            <pc:docMk/>
            <pc:sldMk cId="1192776177" sldId="306"/>
            <ac:spMk id="61" creationId="{8F603D04-4D68-A787-9A26-8881A79E7AF6}"/>
          </ac:spMkLst>
        </pc:spChg>
        <pc:spChg chg="mod">
          <ac:chgData name="João Frederico" userId="79b64b9f-5401-435a-857e-1debfc15e995" providerId="ADAL" clId="{86D65DD3-308C-4D51-A569-573CC6A4FA8E}" dt="2026-09-17T03:41:59.450" v="2242" actId="20577"/>
          <ac:spMkLst>
            <pc:docMk/>
            <pc:sldMk cId="1192776177" sldId="306"/>
            <ac:spMk id="63" creationId="{D7755EF6-9472-A2B6-131F-9385EB5C5184}"/>
          </ac:spMkLst>
        </pc:spChg>
        <pc:spChg chg="mod">
          <ac:chgData name="João Frederico" userId="79b64b9f-5401-435a-857e-1debfc15e995" providerId="ADAL" clId="{86D65DD3-308C-4D51-A569-573CC6A4FA8E}" dt="2026-09-17T03:46:41.886" v="2517" actId="20577"/>
          <ac:spMkLst>
            <pc:docMk/>
            <pc:sldMk cId="1192776177" sldId="306"/>
            <ac:spMk id="65" creationId="{6EC6EDFC-0A13-ECC8-257D-D98EDDDF7635}"/>
          </ac:spMkLst>
        </pc:spChg>
        <pc:spChg chg="add mod">
          <ac:chgData name="João Frederico" userId="79b64b9f-5401-435a-857e-1debfc15e995" providerId="ADAL" clId="{86D65DD3-308C-4D51-A569-573CC6A4FA8E}" dt="2026-09-17T03:48:01.754" v="2582" actId="1076"/>
          <ac:spMkLst>
            <pc:docMk/>
            <pc:sldMk cId="1192776177" sldId="306"/>
            <ac:spMk id="67" creationId="{8675739C-5583-E307-5CF2-B40C5E5D2B74}"/>
          </ac:spMkLst>
        </pc:spChg>
        <pc:spChg chg="add mod">
          <ac:chgData name="João Frederico" userId="79b64b9f-5401-435a-857e-1debfc15e995" providerId="ADAL" clId="{86D65DD3-308C-4D51-A569-573CC6A4FA8E}" dt="2026-09-17T03:48:01.754" v="2582" actId="1076"/>
          <ac:spMkLst>
            <pc:docMk/>
            <pc:sldMk cId="1192776177" sldId="306"/>
            <ac:spMk id="69" creationId="{73FE460A-7663-29CE-E8BB-37F4229079E0}"/>
          </ac:spMkLst>
        </pc:spChg>
        <pc:spChg chg="add mod">
          <ac:chgData name="João Frederico" userId="79b64b9f-5401-435a-857e-1debfc15e995" providerId="ADAL" clId="{86D65DD3-308C-4D51-A569-573CC6A4FA8E}" dt="2026-09-17T03:48:01.754" v="2582" actId="1076"/>
          <ac:spMkLst>
            <pc:docMk/>
            <pc:sldMk cId="1192776177" sldId="306"/>
            <ac:spMk id="71" creationId="{BF0D0554-0036-A265-C721-93FC44C640CB}"/>
          </ac:spMkLst>
        </pc:spChg>
        <pc:spChg chg="mod">
          <ac:chgData name="João Frederico" userId="79b64b9f-5401-435a-857e-1debfc15e995" providerId="ADAL" clId="{86D65DD3-308C-4D51-A569-573CC6A4FA8E}" dt="2026-09-17T03:42:02.250" v="2247" actId="20577"/>
          <ac:spMkLst>
            <pc:docMk/>
            <pc:sldMk cId="1192776177" sldId="306"/>
            <ac:spMk id="73" creationId="{6E5A9412-40BF-D202-3F61-34842062276B}"/>
          </ac:spMkLst>
        </pc:spChg>
        <pc:spChg chg="add mod">
          <ac:chgData name="João Frederico" userId="79b64b9f-5401-435a-857e-1debfc15e995" providerId="ADAL" clId="{86D65DD3-308C-4D51-A569-573CC6A4FA8E}" dt="2026-09-17T03:48:01.754" v="2582" actId="1076"/>
          <ac:spMkLst>
            <pc:docMk/>
            <pc:sldMk cId="1192776177" sldId="306"/>
            <ac:spMk id="75" creationId="{BFBDF09B-AB46-625D-80E0-CB8C96BC188A}"/>
          </ac:spMkLst>
        </pc:spChg>
        <pc:spChg chg="mod">
          <ac:chgData name="João Frederico" userId="79b64b9f-5401-435a-857e-1debfc15e995" providerId="ADAL" clId="{86D65DD3-308C-4D51-A569-573CC6A4FA8E}" dt="2026-09-17T03:47:14.800" v="2556" actId="20577"/>
          <ac:spMkLst>
            <pc:docMk/>
            <pc:sldMk cId="1192776177" sldId="306"/>
            <ac:spMk id="77" creationId="{0943C8F6-DF3E-55C8-54F5-1DA634416616}"/>
          </ac:spMkLst>
        </pc:spChg>
        <pc:spChg chg="mod">
          <ac:chgData name="João Frederico" userId="79b64b9f-5401-435a-857e-1debfc15e995" providerId="ADAL" clId="{86D65DD3-308C-4D51-A569-573CC6A4FA8E}" dt="2026-09-17T03:47:21.590" v="2569" actId="20577"/>
          <ac:spMkLst>
            <pc:docMk/>
            <pc:sldMk cId="1192776177" sldId="306"/>
            <ac:spMk id="79" creationId="{CB659BB9-B334-6701-7581-A7900E0AB112}"/>
          </ac:spMkLst>
        </pc:spChg>
        <pc:spChg chg="add mod">
          <ac:chgData name="João Frederico" userId="79b64b9f-5401-435a-857e-1debfc15e995" providerId="ADAL" clId="{86D65DD3-308C-4D51-A569-573CC6A4FA8E}" dt="2026-09-17T03:50:06.401" v="2817" actId="14100"/>
          <ac:spMkLst>
            <pc:docMk/>
            <pc:sldMk cId="1192776177" sldId="306"/>
            <ac:spMk id="81" creationId="{684BB45B-9731-7EE1-8978-95DBEEECF760}"/>
          </ac:spMkLst>
        </pc:spChg>
        <pc:spChg chg="add mod">
          <ac:chgData name="João Frederico" userId="79b64b9f-5401-435a-857e-1debfc15e995" providerId="ADAL" clId="{86D65DD3-308C-4D51-A569-573CC6A4FA8E}" dt="2026-09-17T03:48:01.754" v="2582" actId="1076"/>
          <ac:spMkLst>
            <pc:docMk/>
            <pc:sldMk cId="1192776177" sldId="306"/>
            <ac:spMk id="83" creationId="{F325ECBC-87DC-28EA-B201-57972B2948A4}"/>
          </ac:spMkLst>
        </pc:spChg>
        <pc:spChg chg="mod">
          <ac:chgData name="João Frederico" userId="79b64b9f-5401-435a-857e-1debfc15e995" providerId="ADAL" clId="{86D65DD3-308C-4D51-A569-573CC6A4FA8E}" dt="2026-09-17T03:48:23.240" v="2627" actId="1076"/>
          <ac:spMkLst>
            <pc:docMk/>
            <pc:sldMk cId="1192776177" sldId="306"/>
            <ac:spMk id="85" creationId="{D3D03D8A-3AC1-5B85-E8DD-FF976F3C53BD}"/>
          </ac:spMkLst>
        </pc:spChg>
        <pc:spChg chg="mod">
          <ac:chgData name="João Frederico" userId="79b64b9f-5401-435a-857e-1debfc15e995" providerId="ADAL" clId="{86D65DD3-308C-4D51-A569-573CC6A4FA8E}" dt="2026-09-17T03:49:54.751" v="2812" actId="1076"/>
          <ac:spMkLst>
            <pc:docMk/>
            <pc:sldMk cId="1192776177" sldId="306"/>
            <ac:spMk id="87" creationId="{C45DBA96-43C3-32BD-35F0-6AEC3E37C5BE}"/>
          </ac:spMkLst>
        </pc:spChg>
        <pc:spChg chg="add mod">
          <ac:chgData name="João Frederico" userId="79b64b9f-5401-435a-857e-1debfc15e995" providerId="ADAL" clId="{86D65DD3-308C-4D51-A569-573CC6A4FA8E}" dt="2026-09-17T03:49:56.592" v="2813" actId="1076"/>
          <ac:spMkLst>
            <pc:docMk/>
            <pc:sldMk cId="1192776177" sldId="306"/>
            <ac:spMk id="89" creationId="{8533FB1B-1BBC-15FB-25C6-8B6D88D4AC0B}"/>
          </ac:spMkLst>
        </pc:spChg>
        <pc:spChg chg="add mod">
          <ac:chgData name="João Frederico" userId="79b64b9f-5401-435a-857e-1debfc15e995" providerId="ADAL" clId="{86D65DD3-308C-4D51-A569-573CC6A4FA8E}" dt="2026-09-17T03:48:01.754" v="2582" actId="1076"/>
          <ac:spMkLst>
            <pc:docMk/>
            <pc:sldMk cId="1192776177" sldId="306"/>
            <ac:spMk id="91" creationId="{75313F9A-7D85-A69A-D5E9-B2F1DE4751D8}"/>
          </ac:spMkLst>
        </pc:spChg>
        <pc:spChg chg="mod">
          <ac:chgData name="João Frederico" userId="79b64b9f-5401-435a-857e-1debfc15e995" providerId="ADAL" clId="{86D65DD3-308C-4D51-A569-573CC6A4FA8E}" dt="2026-09-17T03:49:59.563" v="2814" actId="1076"/>
          <ac:spMkLst>
            <pc:docMk/>
            <pc:sldMk cId="1192776177" sldId="306"/>
            <ac:spMk id="93" creationId="{CC34F9D7-967D-892C-C648-11F4C81AA2D6}"/>
          </ac:spMkLst>
        </pc:spChg>
        <pc:spChg chg="mod">
          <ac:chgData name="João Frederico" userId="79b64b9f-5401-435a-857e-1debfc15e995" providerId="ADAL" clId="{86D65DD3-308C-4D51-A569-573CC6A4FA8E}" dt="2026-09-17T03:46:36.650" v="2503" actId="20577"/>
          <ac:spMkLst>
            <pc:docMk/>
            <pc:sldMk cId="1192776177" sldId="306"/>
            <ac:spMk id="95" creationId="{A3CBF0D9-6E73-8026-BAA9-C498ADAD6FD6}"/>
          </ac:spMkLst>
        </pc:spChg>
        <pc:spChg chg="mod">
          <ac:chgData name="João Frederico" userId="79b64b9f-5401-435a-857e-1debfc15e995" providerId="ADAL" clId="{86D65DD3-308C-4D51-A569-573CC6A4FA8E}" dt="2026-09-17T03:47:26.560" v="2576" actId="20577"/>
          <ac:spMkLst>
            <pc:docMk/>
            <pc:sldMk cId="1192776177" sldId="306"/>
            <ac:spMk id="97" creationId="{355FD62B-0839-7C40-6C00-54029BFBF7A5}"/>
          </ac:spMkLst>
        </pc:spChg>
        <pc:spChg chg="add mod">
          <ac:chgData name="João Frederico" userId="79b64b9f-5401-435a-857e-1debfc15e995" providerId="ADAL" clId="{86D65DD3-308C-4D51-A569-573CC6A4FA8E}" dt="2026-09-17T03:47:02.640" v="2539" actId="20577"/>
          <ac:spMkLst>
            <pc:docMk/>
            <pc:sldMk cId="1192776177" sldId="306"/>
            <ac:spMk id="99" creationId="{0E0F1D12-A33C-C5BE-6EAE-9BEC4FB3B60C}"/>
          </ac:spMkLst>
        </pc:spChg>
        <pc:spChg chg="add mod">
          <ac:chgData name="João Frederico" userId="79b64b9f-5401-435a-857e-1debfc15e995" providerId="ADAL" clId="{86D65DD3-308C-4D51-A569-573CC6A4FA8E}" dt="2026-09-17T03:50:02.650" v="2815" actId="1076"/>
          <ac:spMkLst>
            <pc:docMk/>
            <pc:sldMk cId="1192776177" sldId="306"/>
            <ac:spMk id="101" creationId="{1F6E58C7-37A7-6913-847F-FC46C3FDC6D4}"/>
          </ac:spMkLst>
        </pc:spChg>
        <pc:spChg chg="add mod">
          <ac:chgData name="João Frederico" userId="79b64b9f-5401-435a-857e-1debfc15e995" providerId="ADAL" clId="{86D65DD3-308C-4D51-A569-573CC6A4FA8E}" dt="2026-09-17T03:50:04.710" v="2816" actId="1076"/>
          <ac:spMkLst>
            <pc:docMk/>
            <pc:sldMk cId="1192776177" sldId="306"/>
            <ac:spMk id="103" creationId="{AC990971-C635-AC4B-AE82-ED8803A5CED6}"/>
          </ac:spMkLst>
        </pc:spChg>
        <pc:picChg chg="add del mod">
          <ac:chgData name="João Frederico" userId="79b64b9f-5401-435a-857e-1debfc15e995" providerId="ADAL" clId="{86D65DD3-308C-4D51-A569-573CC6A4FA8E}" dt="2026-09-17T03:29:36.185" v="1788" actId="478"/>
          <ac:picMkLst>
            <pc:docMk/>
            <pc:sldMk cId="1192776177" sldId="306"/>
            <ac:picMk id="5" creationId="{828A9FCD-5F9F-ECBD-55AA-7CE0E6C4013B}"/>
          </ac:picMkLst>
        </pc:picChg>
        <pc:picChg chg="del">
          <ac:chgData name="João Frederico" userId="79b64b9f-5401-435a-857e-1debfc15e995" providerId="ADAL" clId="{86D65DD3-308C-4D51-A569-573CC6A4FA8E}" dt="2026-09-17T03:28:23.720" v="1723" actId="478"/>
          <ac:picMkLst>
            <pc:docMk/>
            <pc:sldMk cId="1192776177" sldId="306"/>
            <ac:picMk id="9" creationId="{8D08618D-4C41-ADCE-5CF7-1DFBF183ADFB}"/>
          </ac:picMkLst>
        </pc:picChg>
      </pc:sldChg>
      <pc:sldChg chg="addSp delSp modSp add mod ord">
        <pc:chgData name="João Frederico" userId="79b64b9f-5401-435a-857e-1debfc15e995" providerId="ADAL" clId="{86D65DD3-308C-4D51-A569-573CC6A4FA8E}" dt="2026-09-17T04:04:13.651" v="2979" actId="1076"/>
        <pc:sldMkLst>
          <pc:docMk/>
          <pc:sldMk cId="3184560144" sldId="307"/>
        </pc:sldMkLst>
        <pc:spChg chg="mod">
          <ac:chgData name="João Frederico" userId="79b64b9f-5401-435a-857e-1debfc15e995" providerId="ADAL" clId="{86D65DD3-308C-4D51-A569-573CC6A4FA8E}" dt="2026-09-17T03:45:26.543" v="2412" actId="20577"/>
          <ac:spMkLst>
            <pc:docMk/>
            <pc:sldMk cId="3184560144" sldId="307"/>
            <ac:spMk id="4" creationId="{7976EF49-21F7-A31A-C746-B4301F248FE4}"/>
          </ac:spMkLst>
        </pc:spChg>
        <pc:spChg chg="add mod">
          <ac:chgData name="João Frederico" userId="79b64b9f-5401-435a-857e-1debfc15e995" providerId="ADAL" clId="{86D65DD3-308C-4D51-A569-573CC6A4FA8E}" dt="2026-09-17T03:46:03.038" v="2435" actId="20577"/>
          <ac:spMkLst>
            <pc:docMk/>
            <pc:sldMk cId="3184560144" sldId="307"/>
            <ac:spMk id="8" creationId="{BBFEA803-B5A4-1530-E8DA-B21964897C0E}"/>
          </ac:spMkLst>
        </pc:spChg>
        <pc:spChg chg="add mod">
          <ac:chgData name="João Frederico" userId="79b64b9f-5401-435a-857e-1debfc15e995" providerId="ADAL" clId="{86D65DD3-308C-4D51-A569-573CC6A4FA8E}" dt="2026-09-17T03:46:23.385" v="2490" actId="20577"/>
          <ac:spMkLst>
            <pc:docMk/>
            <pc:sldMk cId="3184560144" sldId="307"/>
            <ac:spMk id="10" creationId="{61D2A6B3-50DE-CEC5-A438-9348E9385B75}"/>
          </ac:spMkLst>
        </pc:spChg>
        <pc:picChg chg="del">
          <ac:chgData name="João Frederico" userId="79b64b9f-5401-435a-857e-1debfc15e995" providerId="ADAL" clId="{86D65DD3-308C-4D51-A569-573CC6A4FA8E}" dt="2026-09-17T04:04:06.697" v="2975" actId="478"/>
          <ac:picMkLst>
            <pc:docMk/>
            <pc:sldMk cId="3184560144" sldId="307"/>
            <ac:picMk id="5" creationId="{C66A5B76-9C0E-CF68-281B-3F268989BE54}"/>
          </ac:picMkLst>
        </pc:picChg>
        <pc:picChg chg="add mod">
          <ac:chgData name="João Frederico" userId="79b64b9f-5401-435a-857e-1debfc15e995" providerId="ADAL" clId="{86D65DD3-308C-4D51-A569-573CC6A4FA8E}" dt="2026-09-17T04:04:13.651" v="2979" actId="1076"/>
          <ac:picMkLst>
            <pc:docMk/>
            <pc:sldMk cId="3184560144" sldId="307"/>
            <ac:picMk id="32" creationId="{CC981997-7FE0-88BC-99E1-1D88B8D5F388}"/>
          </ac:picMkLst>
        </pc:picChg>
      </pc:sldChg>
      <pc:sldChg chg="addSp delSp modSp add mod ord">
        <pc:chgData name="João Frederico" userId="79b64b9f-5401-435a-857e-1debfc15e995" providerId="ADAL" clId="{86D65DD3-308C-4D51-A569-573CC6A4FA8E}" dt="2026-09-17T03:32:19.322" v="1838"/>
        <pc:sldMkLst>
          <pc:docMk/>
          <pc:sldMk cId="1306910679" sldId="308"/>
        </pc:sldMkLst>
        <pc:picChg chg="add mod">
          <ac:chgData name="João Frederico" userId="79b64b9f-5401-435a-857e-1debfc15e995" providerId="ADAL" clId="{86D65DD3-308C-4D51-A569-573CC6A4FA8E}" dt="2026-09-17T03:32:10.880" v="1836" actId="1076"/>
          <ac:picMkLst>
            <pc:docMk/>
            <pc:sldMk cId="1306910679" sldId="308"/>
            <ac:picMk id="6" creationId="{695755C0-5AB2-E775-8720-899B465B54F6}"/>
          </ac:picMkLst>
        </pc:picChg>
        <pc:picChg chg="del">
          <ac:chgData name="João Frederico" userId="79b64b9f-5401-435a-857e-1debfc15e995" providerId="ADAL" clId="{86D65DD3-308C-4D51-A569-573CC6A4FA8E}" dt="2026-09-17T03:32:05.150" v="1833" actId="478"/>
          <ac:picMkLst>
            <pc:docMk/>
            <pc:sldMk cId="1306910679" sldId="308"/>
            <ac:picMk id="9" creationId="{6DA36418-CFCD-C19F-2E58-893C9830147D}"/>
          </ac:picMkLst>
        </pc:picChg>
      </pc:sldChg>
      <pc:sldChg chg="delSp modSp add mod">
        <pc:chgData name="João Frederico" userId="79b64b9f-5401-435a-857e-1debfc15e995" providerId="ADAL" clId="{86D65DD3-308C-4D51-A569-573CC6A4FA8E}" dt="2026-09-17T04:00:22.651" v="2866" actId="478"/>
        <pc:sldMkLst>
          <pc:docMk/>
          <pc:sldMk cId="441251276" sldId="309"/>
        </pc:sldMkLst>
        <pc:spChg chg="mod">
          <ac:chgData name="João Frederico" userId="79b64b9f-5401-435a-857e-1debfc15e995" providerId="ADAL" clId="{86D65DD3-308C-4D51-A569-573CC6A4FA8E}" dt="2026-09-17T03:34:01.115" v="1885" actId="20577"/>
          <ac:spMkLst>
            <pc:docMk/>
            <pc:sldMk cId="441251276" sldId="309"/>
            <ac:spMk id="4" creationId="{5D5AA505-BAB4-4EA6-9D73-B04F12788F7D}"/>
          </ac:spMkLst>
        </pc:spChg>
        <pc:grpChg chg="del">
          <ac:chgData name="João Frederico" userId="79b64b9f-5401-435a-857e-1debfc15e995" providerId="ADAL" clId="{86D65DD3-308C-4D51-A569-573CC6A4FA8E}" dt="2026-09-17T04:00:22.651" v="2866" actId="478"/>
          <ac:grpSpMkLst>
            <pc:docMk/>
            <pc:sldMk cId="441251276" sldId="309"/>
            <ac:grpSpMk id="5" creationId="{9C7CCC1D-E774-84F4-BAB8-699F30006023}"/>
          </ac:grpSpMkLst>
        </pc:grpChg>
      </pc:sldChg>
      <pc:sldChg chg="addSp delSp modSp add mod">
        <pc:chgData name="João Frederico" userId="79b64b9f-5401-435a-857e-1debfc15e995" providerId="ADAL" clId="{86D65DD3-308C-4D51-A569-573CC6A4FA8E}" dt="2026-09-17T04:07:38.312" v="3020" actId="1076"/>
        <pc:sldMkLst>
          <pc:docMk/>
          <pc:sldMk cId="2516029710" sldId="310"/>
        </pc:sldMkLst>
        <pc:spChg chg="mod">
          <ac:chgData name="João Frederico" userId="79b64b9f-5401-435a-857e-1debfc15e995" providerId="ADAL" clId="{86D65DD3-308C-4D51-A569-573CC6A4FA8E}" dt="2026-09-17T04:07:35.501" v="3019" actId="20577"/>
          <ac:spMkLst>
            <pc:docMk/>
            <pc:sldMk cId="2516029710" sldId="310"/>
            <ac:spMk id="3" creationId="{0D7015D9-A6C7-B58D-2A6C-BDB2E39B8F33}"/>
          </ac:spMkLst>
        </pc:spChg>
        <pc:spChg chg="del">
          <ac:chgData name="João Frederico" userId="79b64b9f-5401-435a-857e-1debfc15e995" providerId="ADAL" clId="{86D65DD3-308C-4D51-A569-573CC6A4FA8E}" dt="2026-09-17T03:51:07.021" v="2850" actId="478"/>
          <ac:spMkLst>
            <pc:docMk/>
            <pc:sldMk cId="2516029710" sldId="310"/>
            <ac:spMk id="4" creationId="{CCA2C460-BFDB-C7BD-AE89-17C252FB30B6}"/>
          </ac:spMkLst>
        </pc:spChg>
        <pc:picChg chg="add mod">
          <ac:chgData name="João Frederico" userId="79b64b9f-5401-435a-857e-1debfc15e995" providerId="ADAL" clId="{86D65DD3-308C-4D51-A569-573CC6A4FA8E}" dt="2026-09-17T04:07:17.911" v="3004" actId="1076"/>
          <ac:picMkLst>
            <pc:docMk/>
            <pc:sldMk cId="2516029710" sldId="310"/>
            <ac:picMk id="6" creationId="{D311D1A1-98BA-71C6-C6C0-539CB4C873AD}"/>
          </ac:picMkLst>
        </pc:picChg>
        <pc:picChg chg="add mod">
          <ac:chgData name="João Frederico" userId="79b64b9f-5401-435a-857e-1debfc15e995" providerId="ADAL" clId="{86D65DD3-308C-4D51-A569-573CC6A4FA8E}" dt="2026-09-17T04:07:38.312" v="3020" actId="1076"/>
          <ac:picMkLst>
            <pc:docMk/>
            <pc:sldMk cId="2516029710" sldId="310"/>
            <ac:picMk id="9" creationId="{F8AF45CE-1B9B-23B0-EBBC-B99C8049EE74}"/>
          </ac:picMkLst>
        </pc:picChg>
      </pc:sldChg>
      <pc:sldChg chg="addSp delSp modSp add mod ord">
        <pc:chgData name="João Frederico" userId="79b64b9f-5401-435a-857e-1debfc15e995" providerId="ADAL" clId="{86D65DD3-308C-4D51-A569-573CC6A4FA8E}" dt="2026-09-17T03:50:47.766" v="2849" actId="1076"/>
        <pc:sldMkLst>
          <pc:docMk/>
          <pc:sldMk cId="3536683991" sldId="311"/>
        </pc:sldMkLst>
        <pc:spChg chg="mod">
          <ac:chgData name="João Frederico" userId="79b64b9f-5401-435a-857e-1debfc15e995" providerId="ADAL" clId="{86D65DD3-308C-4D51-A569-573CC6A4FA8E}" dt="2026-09-17T03:50:47.766" v="2849" actId="1076"/>
          <ac:spMkLst>
            <pc:docMk/>
            <pc:sldMk cId="3536683991" sldId="311"/>
            <ac:spMk id="3" creationId="{E37FF902-C9CB-6466-4089-3E685BD55B80}"/>
          </ac:spMkLst>
        </pc:spChg>
        <pc:spChg chg="del">
          <ac:chgData name="João Frederico" userId="79b64b9f-5401-435a-857e-1debfc15e995" providerId="ADAL" clId="{86D65DD3-308C-4D51-A569-573CC6A4FA8E}" dt="2026-09-17T03:42:34.941" v="2251" actId="478"/>
          <ac:spMkLst>
            <pc:docMk/>
            <pc:sldMk cId="3536683991" sldId="311"/>
            <ac:spMk id="4" creationId="{09C36289-E642-EE12-7FCD-6EC6888CE2D0}"/>
          </ac:spMkLst>
        </pc:spChg>
        <pc:spChg chg="add del mod">
          <ac:chgData name="João Frederico" userId="79b64b9f-5401-435a-857e-1debfc15e995" providerId="ADAL" clId="{86D65DD3-308C-4D51-A569-573CC6A4FA8E}" dt="2026-09-17T03:43:01.591" v="2257" actId="478"/>
          <ac:spMkLst>
            <pc:docMk/>
            <pc:sldMk cId="3536683991" sldId="311"/>
            <ac:spMk id="8" creationId="{C1FB7AB1-7000-D779-89BF-B3662F80920A}"/>
          </ac:spMkLst>
        </pc:spChg>
        <pc:spChg chg="add del mod">
          <ac:chgData name="João Frederico" userId="79b64b9f-5401-435a-857e-1debfc15e995" providerId="ADAL" clId="{86D65DD3-308C-4D51-A569-573CC6A4FA8E}" dt="2026-09-17T03:42:57.332" v="2256" actId="478"/>
          <ac:spMkLst>
            <pc:docMk/>
            <pc:sldMk cId="3536683991" sldId="311"/>
            <ac:spMk id="10" creationId="{87F96D3D-6A15-8E46-B678-6E626C1FD673}"/>
          </ac:spMkLst>
        </pc:spChg>
        <pc:spChg chg="add del mod">
          <ac:chgData name="João Frederico" userId="79b64b9f-5401-435a-857e-1debfc15e995" providerId="ADAL" clId="{86D65DD3-308C-4D51-A569-573CC6A4FA8E}" dt="2026-09-17T03:43:17.216" v="2287" actId="478"/>
          <ac:spMkLst>
            <pc:docMk/>
            <pc:sldMk cId="3536683991" sldId="311"/>
            <ac:spMk id="32" creationId="{5C829B73-523A-454A-A8BB-95779742FAB3}"/>
          </ac:spMkLst>
        </pc:spChg>
        <pc:spChg chg="add mod">
          <ac:chgData name="João Frederico" userId="79b64b9f-5401-435a-857e-1debfc15e995" providerId="ADAL" clId="{86D65DD3-308C-4D51-A569-573CC6A4FA8E}" dt="2026-09-17T03:50:45.836" v="2848" actId="1076"/>
          <ac:spMkLst>
            <pc:docMk/>
            <pc:sldMk cId="3536683991" sldId="311"/>
            <ac:spMk id="34" creationId="{EB470409-9E64-1DC1-13CC-DAF772F4D8CD}"/>
          </ac:spMkLst>
        </pc:spChg>
        <pc:spChg chg="add mod">
          <ac:chgData name="João Frederico" userId="79b64b9f-5401-435a-857e-1debfc15e995" providerId="ADAL" clId="{86D65DD3-308C-4D51-A569-573CC6A4FA8E}" dt="2026-09-17T03:43:52.010" v="2305" actId="1076"/>
          <ac:spMkLst>
            <pc:docMk/>
            <pc:sldMk cId="3536683991" sldId="311"/>
            <ac:spMk id="38" creationId="{3A5F9644-F957-8A4E-16B0-F0D2EB07EA73}"/>
          </ac:spMkLst>
        </pc:spChg>
        <pc:picChg chg="del">
          <ac:chgData name="João Frederico" userId="79b64b9f-5401-435a-857e-1debfc15e995" providerId="ADAL" clId="{86D65DD3-308C-4D51-A569-573CC6A4FA8E}" dt="2026-09-17T03:42:35.456" v="2252" actId="478"/>
          <ac:picMkLst>
            <pc:docMk/>
            <pc:sldMk cId="3536683991" sldId="311"/>
            <ac:picMk id="5" creationId="{AB736737-C55C-7496-7EE5-7FC74692FE8F}"/>
          </ac:picMkLst>
        </pc:picChg>
        <pc:picChg chg="add mod">
          <ac:chgData name="João Frederico" userId="79b64b9f-5401-435a-857e-1debfc15e995" providerId="ADAL" clId="{86D65DD3-308C-4D51-A569-573CC6A4FA8E}" dt="2026-09-17T03:43:45.680" v="2300" actId="1076"/>
          <ac:picMkLst>
            <pc:docMk/>
            <pc:sldMk cId="3536683991" sldId="311"/>
            <ac:picMk id="36" creationId="{C09FF0BD-2D1D-29AB-93F2-E4B07C21157C}"/>
          </ac:picMkLst>
        </pc:picChg>
      </pc:sldChg>
      <pc:sldChg chg="addSp delSp modSp add mod ord">
        <pc:chgData name="João Frederico" userId="79b64b9f-5401-435a-857e-1debfc15e995" providerId="ADAL" clId="{86D65DD3-308C-4D51-A569-573CC6A4FA8E}" dt="2026-09-17T04:01:59.719" v="2926" actId="1076"/>
        <pc:sldMkLst>
          <pc:docMk/>
          <pc:sldMk cId="1507599564" sldId="312"/>
        </pc:sldMkLst>
        <pc:spChg chg="mod">
          <ac:chgData name="João Frederico" userId="79b64b9f-5401-435a-857e-1debfc15e995" providerId="ADAL" clId="{86D65DD3-308C-4D51-A569-573CC6A4FA8E}" dt="2026-09-17T04:01:46.318" v="2922" actId="20577"/>
          <ac:spMkLst>
            <pc:docMk/>
            <pc:sldMk cId="1507599564" sldId="312"/>
            <ac:spMk id="3" creationId="{346D4E89-EC01-2DCE-B9F1-85316B5A5DE0}"/>
          </ac:spMkLst>
        </pc:spChg>
        <pc:spChg chg="add mod">
          <ac:chgData name="João Frederico" userId="79b64b9f-5401-435a-857e-1debfc15e995" providerId="ADAL" clId="{86D65DD3-308C-4D51-A569-573CC6A4FA8E}" dt="2026-09-17T04:01:54.716" v="2924" actId="1076"/>
          <ac:spMkLst>
            <pc:docMk/>
            <pc:sldMk cId="1507599564" sldId="312"/>
            <ac:spMk id="31" creationId="{C96DC9A2-7333-7F24-50F7-95DA40340108}"/>
          </ac:spMkLst>
        </pc:spChg>
        <pc:spChg chg="add mod">
          <ac:chgData name="João Frederico" userId="79b64b9f-5401-435a-857e-1debfc15e995" providerId="ADAL" clId="{86D65DD3-308C-4D51-A569-573CC6A4FA8E}" dt="2026-09-17T04:01:59.719" v="2926" actId="1076"/>
          <ac:spMkLst>
            <pc:docMk/>
            <pc:sldMk cId="1507599564" sldId="312"/>
            <ac:spMk id="33" creationId="{42745211-FF1C-BF8E-7DB6-D9E04346E859}"/>
          </ac:spMkLst>
        </pc:spChg>
        <pc:picChg chg="add mod">
          <ac:chgData name="João Frederico" userId="79b64b9f-5401-435a-857e-1debfc15e995" providerId="ADAL" clId="{86D65DD3-308C-4D51-A569-573CC6A4FA8E}" dt="2026-09-17T04:01:50.781" v="2923" actId="1076"/>
          <ac:picMkLst>
            <pc:docMk/>
            <pc:sldMk cId="1507599564" sldId="312"/>
            <ac:picMk id="5" creationId="{B9656F69-24AF-F25B-B8B9-0A1C82A44599}"/>
          </ac:picMkLst>
        </pc:picChg>
        <pc:picChg chg="del">
          <ac:chgData name="João Frederico" userId="79b64b9f-5401-435a-857e-1debfc15e995" providerId="ADAL" clId="{86D65DD3-308C-4D51-A569-573CC6A4FA8E}" dt="2026-09-17T04:00:25.021" v="2867" actId="478"/>
          <ac:picMkLst>
            <pc:docMk/>
            <pc:sldMk cId="1507599564" sldId="312"/>
            <ac:picMk id="6" creationId="{D19A7E6C-6B09-A87C-C5A8-74484906B2B4}"/>
          </ac:picMkLst>
        </pc:picChg>
        <pc:picChg chg="add mod">
          <ac:chgData name="João Frederico" userId="79b64b9f-5401-435a-857e-1debfc15e995" providerId="ADAL" clId="{86D65DD3-308C-4D51-A569-573CC6A4FA8E}" dt="2026-09-17T04:01:57.131" v="2925" actId="1076"/>
          <ac:picMkLst>
            <pc:docMk/>
            <pc:sldMk cId="1507599564" sldId="312"/>
            <ac:picMk id="9" creationId="{A019CCD0-50B8-2ADB-6D1E-6A066FF7D8DF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4:02:53.141" v="2967" actId="1076"/>
        <pc:sldMkLst>
          <pc:docMk/>
          <pc:sldMk cId="2757519485" sldId="313"/>
        </pc:sldMkLst>
        <pc:spChg chg="mod">
          <ac:chgData name="João Frederico" userId="79b64b9f-5401-435a-857e-1debfc15e995" providerId="ADAL" clId="{86D65DD3-308C-4D51-A569-573CC6A4FA8E}" dt="2026-09-17T04:02:32.114" v="2961" actId="14100"/>
          <ac:spMkLst>
            <pc:docMk/>
            <pc:sldMk cId="2757519485" sldId="313"/>
            <ac:spMk id="3" creationId="{14F7C15E-8623-A532-4AAE-7E4AE3EBB7BF}"/>
          </ac:spMkLst>
        </pc:spChg>
        <pc:spChg chg="add mod">
          <ac:chgData name="João Frederico" userId="79b64b9f-5401-435a-857e-1debfc15e995" providerId="ADAL" clId="{86D65DD3-308C-4D51-A569-573CC6A4FA8E}" dt="2026-09-17T04:02:41.132" v="2963" actId="1076"/>
          <ac:spMkLst>
            <pc:docMk/>
            <pc:sldMk cId="2757519485" sldId="313"/>
            <ac:spMk id="6" creationId="{B0B2A823-5DF9-CA3A-5721-9DE0A184B828}"/>
          </ac:spMkLst>
        </pc:spChg>
        <pc:spChg chg="del">
          <ac:chgData name="João Frederico" userId="79b64b9f-5401-435a-857e-1debfc15e995" providerId="ADAL" clId="{86D65DD3-308C-4D51-A569-573CC6A4FA8E}" dt="2026-09-17T04:02:15.381" v="2928" actId="478"/>
          <ac:spMkLst>
            <pc:docMk/>
            <pc:sldMk cId="2757519485" sldId="313"/>
            <ac:spMk id="31" creationId="{2F3AC2A0-92AF-FCF7-7EA2-09681BF2F768}"/>
          </ac:spMkLst>
        </pc:spChg>
        <pc:spChg chg="del mod">
          <ac:chgData name="João Frederico" userId="79b64b9f-5401-435a-857e-1debfc15e995" providerId="ADAL" clId="{86D65DD3-308C-4D51-A569-573CC6A4FA8E}" dt="2026-09-17T04:02:17.351" v="2932" actId="478"/>
          <ac:spMkLst>
            <pc:docMk/>
            <pc:sldMk cId="2757519485" sldId="313"/>
            <ac:spMk id="33" creationId="{BA2382C0-B8F6-EA32-3034-2585A5618747}"/>
          </ac:spMkLst>
        </pc:spChg>
        <pc:picChg chg="del">
          <ac:chgData name="João Frederico" userId="79b64b9f-5401-435a-857e-1debfc15e995" providerId="ADAL" clId="{86D65DD3-308C-4D51-A569-573CC6A4FA8E}" dt="2026-09-17T04:02:15.806" v="2929" actId="478"/>
          <ac:picMkLst>
            <pc:docMk/>
            <pc:sldMk cId="2757519485" sldId="313"/>
            <ac:picMk id="5" creationId="{4442FBE1-4E65-5186-98C6-6541D792D121}"/>
          </ac:picMkLst>
        </pc:picChg>
        <pc:picChg chg="del">
          <ac:chgData name="João Frederico" userId="79b64b9f-5401-435a-857e-1debfc15e995" providerId="ADAL" clId="{86D65DD3-308C-4D51-A569-573CC6A4FA8E}" dt="2026-09-17T04:02:16.286" v="2930" actId="478"/>
          <ac:picMkLst>
            <pc:docMk/>
            <pc:sldMk cId="2757519485" sldId="313"/>
            <ac:picMk id="9" creationId="{518C7EAF-7C7E-06E8-86F3-F4051B11DD4E}"/>
          </ac:picMkLst>
        </pc:picChg>
        <pc:picChg chg="add mod">
          <ac:chgData name="João Frederico" userId="79b64b9f-5401-435a-857e-1debfc15e995" providerId="ADAL" clId="{86D65DD3-308C-4D51-A569-573CC6A4FA8E}" dt="2026-09-17T04:02:53.141" v="2967" actId="1076"/>
          <ac:picMkLst>
            <pc:docMk/>
            <pc:sldMk cId="2757519485" sldId="313"/>
            <ac:picMk id="10" creationId="{C3A19C6C-9BBE-2199-CC18-CE25ACF3EB2F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4:09:12.983" v="3077" actId="115"/>
        <pc:sldMkLst>
          <pc:docMk/>
          <pc:sldMk cId="2585487945" sldId="314"/>
        </pc:sldMkLst>
        <pc:spChg chg="mod">
          <ac:chgData name="João Frederico" userId="79b64b9f-5401-435a-857e-1debfc15e995" providerId="ADAL" clId="{86D65DD3-308C-4D51-A569-573CC6A4FA8E}" dt="2026-09-17T04:08:27.896" v="3065" actId="14100"/>
          <ac:spMkLst>
            <pc:docMk/>
            <pc:sldMk cId="2585487945" sldId="314"/>
            <ac:spMk id="3" creationId="{7ACFCC4A-B09E-3A39-B885-00EF326914EA}"/>
          </ac:spMkLst>
        </pc:spChg>
        <pc:spChg chg="del mod">
          <ac:chgData name="João Frederico" userId="79b64b9f-5401-435a-857e-1debfc15e995" providerId="ADAL" clId="{86D65DD3-308C-4D51-A569-573CC6A4FA8E}" dt="2026-09-17T04:08:58.501" v="3068" actId="478"/>
          <ac:spMkLst>
            <pc:docMk/>
            <pc:sldMk cId="2585487945" sldId="314"/>
            <ac:spMk id="6" creationId="{67352C1D-05E0-95AF-7E56-4D6ACBA7407E}"/>
          </ac:spMkLst>
        </pc:spChg>
        <pc:spChg chg="add mod">
          <ac:chgData name="João Frederico" userId="79b64b9f-5401-435a-857e-1debfc15e995" providerId="ADAL" clId="{86D65DD3-308C-4D51-A569-573CC6A4FA8E}" dt="2026-09-17T04:09:12.983" v="3077" actId="115"/>
          <ac:spMkLst>
            <pc:docMk/>
            <pc:sldMk cId="2585487945" sldId="314"/>
            <ac:spMk id="31" creationId="{D50E0A86-A045-EF57-7957-DB33272D8837}"/>
          </ac:spMkLst>
        </pc:spChg>
        <pc:picChg chg="add del mod">
          <ac:chgData name="João Frederico" userId="79b64b9f-5401-435a-857e-1debfc15e995" providerId="ADAL" clId="{86D65DD3-308C-4D51-A569-573CC6A4FA8E}" dt="2026-09-17T04:03:34.551" v="2974" actId="478"/>
          <ac:picMkLst>
            <pc:docMk/>
            <pc:sldMk cId="2585487945" sldId="314"/>
            <ac:picMk id="4" creationId="{857E4360-0CC5-5D29-AEA8-BAFFAFD223F9}"/>
          </ac:picMkLst>
        </pc:picChg>
        <pc:picChg chg="add mod">
          <ac:chgData name="João Frederico" userId="79b64b9f-5401-435a-857e-1debfc15e995" providerId="ADAL" clId="{86D65DD3-308C-4D51-A569-573CC6A4FA8E}" dt="2026-09-17T04:08:08.005" v="3023" actId="1076"/>
          <ac:picMkLst>
            <pc:docMk/>
            <pc:sldMk cId="2585487945" sldId="314"/>
            <ac:picMk id="8" creationId="{D5F0A2E4-58A2-5943-A359-F43F7471272A}"/>
          </ac:picMkLst>
        </pc:picChg>
        <pc:picChg chg="del">
          <ac:chgData name="João Frederico" userId="79b64b9f-5401-435a-857e-1debfc15e995" providerId="ADAL" clId="{86D65DD3-308C-4D51-A569-573CC6A4FA8E}" dt="2026-09-17T04:03:26.053" v="2969" actId="478"/>
          <ac:picMkLst>
            <pc:docMk/>
            <pc:sldMk cId="2585487945" sldId="314"/>
            <ac:picMk id="10" creationId="{68B6C24F-A36C-99A1-201C-3F7243FB8E83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4:16:08.271" v="3129" actId="1076"/>
        <pc:sldMkLst>
          <pc:docMk/>
          <pc:sldMk cId="3532336841" sldId="315"/>
        </pc:sldMkLst>
        <pc:spChg chg="mod">
          <ac:chgData name="João Frederico" userId="79b64b9f-5401-435a-857e-1debfc15e995" providerId="ADAL" clId="{86D65DD3-308C-4D51-A569-573CC6A4FA8E}" dt="2026-09-17T04:09:52.268" v="3105" actId="20577"/>
          <ac:spMkLst>
            <pc:docMk/>
            <pc:sldMk cId="3532336841" sldId="315"/>
            <ac:spMk id="3" creationId="{5E42520C-2A29-4921-0A6D-47365FF40BE9}"/>
          </ac:spMkLst>
        </pc:spChg>
        <pc:spChg chg="add mod">
          <ac:chgData name="João Frederico" userId="79b64b9f-5401-435a-857e-1debfc15e995" providerId="ADAL" clId="{86D65DD3-308C-4D51-A569-573CC6A4FA8E}" dt="2026-09-17T04:15:27.396" v="3114" actId="14100"/>
          <ac:spMkLst>
            <pc:docMk/>
            <pc:sldMk cId="3532336841" sldId="315"/>
            <ac:spMk id="5" creationId="{60B16FA3-ECAD-D86B-D048-15FE3825CB57}"/>
          </ac:spMkLst>
        </pc:spChg>
        <pc:spChg chg="del">
          <ac:chgData name="João Frederico" userId="79b64b9f-5401-435a-857e-1debfc15e995" providerId="ADAL" clId="{86D65DD3-308C-4D51-A569-573CC6A4FA8E}" dt="2026-09-17T04:09:57.276" v="3107" actId="478"/>
          <ac:spMkLst>
            <pc:docMk/>
            <pc:sldMk cId="3532336841" sldId="315"/>
            <ac:spMk id="31" creationId="{4A2E04AB-5891-EFDF-9EB7-A2F65AEA2937}"/>
          </ac:spMkLst>
        </pc:spChg>
        <pc:picChg chg="add mod">
          <ac:chgData name="João Frederico" userId="79b64b9f-5401-435a-857e-1debfc15e995" providerId="ADAL" clId="{86D65DD3-308C-4D51-A569-573CC6A4FA8E}" dt="2026-09-17T04:16:08.271" v="3129" actId="1076"/>
          <ac:picMkLst>
            <pc:docMk/>
            <pc:sldMk cId="3532336841" sldId="315"/>
            <ac:picMk id="6" creationId="{6965AA38-B316-C63B-4896-66FD097AC320}"/>
          </ac:picMkLst>
        </pc:picChg>
        <pc:picChg chg="del">
          <ac:chgData name="João Frederico" userId="79b64b9f-5401-435a-857e-1debfc15e995" providerId="ADAL" clId="{86D65DD3-308C-4D51-A569-573CC6A4FA8E}" dt="2026-09-17T04:09:55.266" v="3106" actId="478"/>
          <ac:picMkLst>
            <pc:docMk/>
            <pc:sldMk cId="3532336841" sldId="315"/>
            <ac:picMk id="8" creationId="{8BFB2FBB-0D05-C108-45A4-F29D1E1C1454}"/>
          </ac:picMkLst>
        </pc:picChg>
        <pc:picChg chg="add mod">
          <ac:chgData name="João Frederico" userId="79b64b9f-5401-435a-857e-1debfc15e995" providerId="ADAL" clId="{86D65DD3-308C-4D51-A569-573CC6A4FA8E}" dt="2026-09-17T04:16:04.802" v="3128" actId="1076"/>
          <ac:picMkLst>
            <pc:docMk/>
            <pc:sldMk cId="3532336841" sldId="315"/>
            <ac:picMk id="9" creationId="{F7CE6753-CC90-8373-DD53-23540EEDC9D0}"/>
          </ac:picMkLst>
        </pc:picChg>
      </pc:sldChg>
      <pc:sldChg chg="modSp add mod">
        <pc:chgData name="João Frederico" userId="79b64b9f-5401-435a-857e-1debfc15e995" providerId="ADAL" clId="{86D65DD3-308C-4D51-A569-573CC6A4FA8E}" dt="2026-09-17T05:13:15.253" v="3404" actId="20577"/>
        <pc:sldMkLst>
          <pc:docMk/>
          <pc:sldMk cId="1352578707" sldId="316"/>
        </pc:sldMkLst>
        <pc:spChg chg="mod">
          <ac:chgData name="João Frederico" userId="79b64b9f-5401-435a-857e-1debfc15e995" providerId="ADAL" clId="{86D65DD3-308C-4D51-A569-573CC6A4FA8E}" dt="2026-09-17T05:13:15.253" v="3404" actId="20577"/>
          <ac:spMkLst>
            <pc:docMk/>
            <pc:sldMk cId="1352578707" sldId="316"/>
            <ac:spMk id="4" creationId="{1209263F-855D-7B81-20A9-C2EE131544B8}"/>
          </ac:spMkLst>
        </pc:spChg>
      </pc:sldChg>
      <pc:sldChg chg="add del">
        <pc:chgData name="João Frederico" userId="79b64b9f-5401-435a-857e-1debfc15e995" providerId="ADAL" clId="{86D65DD3-308C-4D51-A569-573CC6A4FA8E}" dt="2026-09-17T04:10:01.172" v="3109" actId="47"/>
        <pc:sldMkLst>
          <pc:docMk/>
          <pc:sldMk cId="3503903811" sldId="316"/>
        </pc:sldMkLst>
      </pc:sldChg>
      <pc:sldChg chg="addSp delSp modSp add mod">
        <pc:chgData name="João Frederico" userId="79b64b9f-5401-435a-857e-1debfc15e995" providerId="ADAL" clId="{86D65DD3-308C-4D51-A569-573CC6A4FA8E}" dt="2026-09-17T04:25:22.134" v="3196" actId="1076"/>
        <pc:sldMkLst>
          <pc:docMk/>
          <pc:sldMk cId="2316685628" sldId="317"/>
        </pc:sldMkLst>
        <pc:spChg chg="mod">
          <ac:chgData name="João Frederico" userId="79b64b9f-5401-435a-857e-1debfc15e995" providerId="ADAL" clId="{86D65DD3-308C-4D51-A569-573CC6A4FA8E}" dt="2026-09-17T04:17:25.212" v="3169" actId="20577"/>
          <ac:spMkLst>
            <pc:docMk/>
            <pc:sldMk cId="2316685628" sldId="317"/>
            <ac:spMk id="3" creationId="{0C3D973D-CDEA-10F6-159F-2E96B6CC6B28}"/>
          </ac:spMkLst>
        </pc:spChg>
        <pc:spChg chg="del">
          <ac:chgData name="João Frederico" userId="79b64b9f-5401-435a-857e-1debfc15e995" providerId="ADAL" clId="{86D65DD3-308C-4D51-A569-573CC6A4FA8E}" dt="2026-09-17T04:17:27.757" v="3170" actId="478"/>
          <ac:spMkLst>
            <pc:docMk/>
            <pc:sldMk cId="2316685628" sldId="317"/>
            <ac:spMk id="5" creationId="{603461D6-6604-B629-32EF-6ADAC5ED7FAB}"/>
          </ac:spMkLst>
        </pc:spChg>
        <pc:spChg chg="add mod">
          <ac:chgData name="João Frederico" userId="79b64b9f-5401-435a-857e-1debfc15e995" providerId="ADAL" clId="{86D65DD3-308C-4D51-A569-573CC6A4FA8E}" dt="2026-09-17T04:25:07.248" v="3187" actId="14100"/>
          <ac:spMkLst>
            <pc:docMk/>
            <pc:sldMk cId="2316685628" sldId="317"/>
            <ac:spMk id="8" creationId="{FDFE6BFC-F70B-D032-EE3F-2F151E9CFF76}"/>
          </ac:spMkLst>
        </pc:spChg>
        <pc:spChg chg="add mod">
          <ac:chgData name="João Frederico" userId="79b64b9f-5401-435a-857e-1debfc15e995" providerId="ADAL" clId="{86D65DD3-308C-4D51-A569-573CC6A4FA8E}" dt="2026-09-17T04:25:18.949" v="3195" actId="1076"/>
          <ac:spMkLst>
            <pc:docMk/>
            <pc:sldMk cId="2316685628" sldId="317"/>
            <ac:spMk id="33" creationId="{9ED3FD16-4154-1B0E-0A9D-9A296EE8AB9C}"/>
          </ac:spMkLst>
        </pc:spChg>
        <pc:picChg chg="del">
          <ac:chgData name="João Frederico" userId="79b64b9f-5401-435a-857e-1debfc15e995" providerId="ADAL" clId="{86D65DD3-308C-4D51-A569-573CC6A4FA8E}" dt="2026-09-17T04:17:04.457" v="3135" actId="478"/>
          <ac:picMkLst>
            <pc:docMk/>
            <pc:sldMk cId="2316685628" sldId="317"/>
            <ac:picMk id="6" creationId="{4413C6F3-C72B-FC6D-1319-F6236934846D}"/>
          </ac:picMkLst>
        </pc:picChg>
        <pc:picChg chg="del">
          <ac:chgData name="João Frederico" userId="79b64b9f-5401-435a-857e-1debfc15e995" providerId="ADAL" clId="{86D65DD3-308C-4D51-A569-573CC6A4FA8E}" dt="2026-09-17T04:17:04.970" v="3136" actId="478"/>
          <ac:picMkLst>
            <pc:docMk/>
            <pc:sldMk cId="2316685628" sldId="317"/>
            <ac:picMk id="9" creationId="{A7BB6B94-A440-CFF6-5073-697AF5C6C48A}"/>
          </ac:picMkLst>
        </pc:picChg>
        <pc:picChg chg="add mod">
          <ac:chgData name="João Frederico" userId="79b64b9f-5401-435a-857e-1debfc15e995" providerId="ADAL" clId="{86D65DD3-308C-4D51-A569-573CC6A4FA8E}" dt="2026-09-17T04:25:22.134" v="3196" actId="1076"/>
          <ac:picMkLst>
            <pc:docMk/>
            <pc:sldMk cId="2316685628" sldId="317"/>
            <ac:picMk id="31" creationId="{F45D2DBF-67E8-E232-B786-D0C9060FD87A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4:27:33.972" v="3261" actId="20577"/>
        <pc:sldMkLst>
          <pc:docMk/>
          <pc:sldMk cId="902488189" sldId="318"/>
        </pc:sldMkLst>
        <pc:spChg chg="mod">
          <ac:chgData name="João Frederico" userId="79b64b9f-5401-435a-857e-1debfc15e995" providerId="ADAL" clId="{86D65DD3-308C-4D51-A569-573CC6A4FA8E}" dt="2026-09-17T04:27:33.972" v="3261" actId="20577"/>
          <ac:spMkLst>
            <pc:docMk/>
            <pc:sldMk cId="902488189" sldId="318"/>
            <ac:spMk id="3" creationId="{A6CD275F-55E7-D69F-B2D1-1D262D2E1F60}"/>
          </ac:spMkLst>
        </pc:spChg>
        <pc:spChg chg="del">
          <ac:chgData name="João Frederico" userId="79b64b9f-5401-435a-857e-1debfc15e995" providerId="ADAL" clId="{86D65DD3-308C-4D51-A569-573CC6A4FA8E}" dt="2026-09-17T04:26:07.903" v="3197" actId="478"/>
          <ac:spMkLst>
            <pc:docMk/>
            <pc:sldMk cId="902488189" sldId="318"/>
            <ac:spMk id="5" creationId="{AA3946DB-BA4F-66C1-AD68-EDB55DFF0661}"/>
          </ac:spMkLst>
        </pc:spChg>
        <pc:spChg chg="add mod">
          <ac:chgData name="João Frederico" userId="79b64b9f-5401-435a-857e-1debfc15e995" providerId="ADAL" clId="{86D65DD3-308C-4D51-A569-573CC6A4FA8E}" dt="2026-09-17T04:27:18.023" v="3236" actId="14100"/>
          <ac:spMkLst>
            <pc:docMk/>
            <pc:sldMk cId="902488189" sldId="318"/>
            <ac:spMk id="8" creationId="{2B6B5E86-ABD3-E5A6-8721-B43AA8D720C4}"/>
          </ac:spMkLst>
        </pc:spChg>
        <pc:picChg chg="del">
          <ac:chgData name="João Frederico" userId="79b64b9f-5401-435a-857e-1debfc15e995" providerId="ADAL" clId="{86D65DD3-308C-4D51-A569-573CC6A4FA8E}" dt="2026-09-17T04:17:06.382" v="3137" actId="478"/>
          <ac:picMkLst>
            <pc:docMk/>
            <pc:sldMk cId="902488189" sldId="318"/>
            <ac:picMk id="6" creationId="{6B12F9F0-3D89-1F41-B4B4-CFA441381C2A}"/>
          </ac:picMkLst>
        </pc:picChg>
        <pc:picChg chg="del">
          <ac:chgData name="João Frederico" userId="79b64b9f-5401-435a-857e-1debfc15e995" providerId="ADAL" clId="{86D65DD3-308C-4D51-A569-573CC6A4FA8E}" dt="2026-09-17T04:17:06.754" v="3138" actId="478"/>
          <ac:picMkLst>
            <pc:docMk/>
            <pc:sldMk cId="902488189" sldId="318"/>
            <ac:picMk id="9" creationId="{3BA0E540-8BDB-3733-E37E-926537FF6048}"/>
          </ac:picMkLst>
        </pc:picChg>
        <pc:picChg chg="add mod">
          <ac:chgData name="João Frederico" userId="79b64b9f-5401-435a-857e-1debfc15e995" providerId="ADAL" clId="{86D65DD3-308C-4D51-A569-573CC6A4FA8E}" dt="2026-09-17T04:26:58.156" v="3225" actId="1076"/>
          <ac:picMkLst>
            <pc:docMk/>
            <pc:sldMk cId="902488189" sldId="318"/>
            <ac:picMk id="31" creationId="{C2F2FBFE-63F0-A395-7334-2CD928132D43}"/>
          </ac:picMkLst>
        </pc:picChg>
        <pc:picChg chg="add mod">
          <ac:chgData name="João Frederico" userId="79b64b9f-5401-435a-857e-1debfc15e995" providerId="ADAL" clId="{86D65DD3-308C-4D51-A569-573CC6A4FA8E}" dt="2026-09-17T04:27:09.979" v="3232" actId="1076"/>
          <ac:picMkLst>
            <pc:docMk/>
            <pc:sldMk cId="902488189" sldId="318"/>
            <ac:picMk id="33" creationId="{F52E6523-C6F1-869D-6157-8296A8F6003E}"/>
          </ac:picMkLst>
        </pc:picChg>
        <pc:picChg chg="add mod">
          <ac:chgData name="João Frederico" userId="79b64b9f-5401-435a-857e-1debfc15e995" providerId="ADAL" clId="{86D65DD3-308C-4D51-A569-573CC6A4FA8E}" dt="2026-09-17T04:26:59.677" v="3226" actId="1076"/>
          <ac:picMkLst>
            <pc:docMk/>
            <pc:sldMk cId="902488189" sldId="318"/>
            <ac:picMk id="35" creationId="{6B709D35-078A-7515-DF5F-2F1B951913E8}"/>
          </ac:picMkLst>
        </pc:picChg>
        <pc:picChg chg="add mod">
          <ac:chgData name="João Frederico" userId="79b64b9f-5401-435a-857e-1debfc15e995" providerId="ADAL" clId="{86D65DD3-308C-4D51-A569-573CC6A4FA8E}" dt="2026-09-17T04:27:11.017" v="3233" actId="1076"/>
          <ac:picMkLst>
            <pc:docMk/>
            <pc:sldMk cId="902488189" sldId="318"/>
            <ac:picMk id="37" creationId="{8BB72870-A825-0294-1CDB-D1CCF52EB8E5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4:28:21.032" v="3302" actId="1076"/>
        <pc:sldMkLst>
          <pc:docMk/>
          <pc:sldMk cId="3938139070" sldId="319"/>
        </pc:sldMkLst>
        <pc:spChg chg="mod">
          <ac:chgData name="João Frederico" userId="79b64b9f-5401-435a-857e-1debfc15e995" providerId="ADAL" clId="{86D65DD3-308C-4D51-A569-573CC6A4FA8E}" dt="2026-09-17T04:27:48.720" v="3286" actId="20577"/>
          <ac:spMkLst>
            <pc:docMk/>
            <pc:sldMk cId="3938139070" sldId="319"/>
            <ac:spMk id="3" creationId="{DDD9859B-E13B-26FE-8A95-674974AAD314}"/>
          </ac:spMkLst>
        </pc:spChg>
        <pc:spChg chg="del">
          <ac:chgData name="João Frederico" userId="79b64b9f-5401-435a-857e-1debfc15e995" providerId="ADAL" clId="{86D65DD3-308C-4D51-A569-573CC6A4FA8E}" dt="2026-09-17T04:27:51.265" v="3287" actId="478"/>
          <ac:spMkLst>
            <pc:docMk/>
            <pc:sldMk cId="3938139070" sldId="319"/>
            <ac:spMk id="5" creationId="{001DEE38-085C-3E03-A089-BE44EA941041}"/>
          </ac:spMkLst>
        </pc:spChg>
        <pc:spChg chg="add mod">
          <ac:chgData name="João Frederico" userId="79b64b9f-5401-435a-857e-1debfc15e995" providerId="ADAL" clId="{86D65DD3-308C-4D51-A569-573CC6A4FA8E}" dt="2026-09-17T04:28:02.552" v="3293" actId="14100"/>
          <ac:spMkLst>
            <pc:docMk/>
            <pc:sldMk cId="3938139070" sldId="319"/>
            <ac:spMk id="8" creationId="{60A98705-8295-5407-161A-938398998871}"/>
          </ac:spMkLst>
        </pc:spChg>
        <pc:picChg chg="del">
          <ac:chgData name="João Frederico" userId="79b64b9f-5401-435a-857e-1debfc15e995" providerId="ADAL" clId="{86D65DD3-308C-4D51-A569-573CC6A4FA8E}" dt="2026-09-17T04:17:07.916" v="3139" actId="478"/>
          <ac:picMkLst>
            <pc:docMk/>
            <pc:sldMk cId="3938139070" sldId="319"/>
            <ac:picMk id="6" creationId="{3B24B5DE-8805-9DEC-203C-3D461E003E15}"/>
          </ac:picMkLst>
        </pc:picChg>
        <pc:picChg chg="del">
          <ac:chgData name="João Frederico" userId="79b64b9f-5401-435a-857e-1debfc15e995" providerId="ADAL" clId="{86D65DD3-308C-4D51-A569-573CC6A4FA8E}" dt="2026-09-17T04:17:08.276" v="3140" actId="478"/>
          <ac:picMkLst>
            <pc:docMk/>
            <pc:sldMk cId="3938139070" sldId="319"/>
            <ac:picMk id="9" creationId="{4D725392-BD99-D62C-4151-929B10ECFCEE}"/>
          </ac:picMkLst>
        </pc:picChg>
        <pc:picChg chg="add mod">
          <ac:chgData name="João Frederico" userId="79b64b9f-5401-435a-857e-1debfc15e995" providerId="ADAL" clId="{86D65DD3-308C-4D51-A569-573CC6A4FA8E}" dt="2026-09-17T04:28:21.032" v="3302" actId="1076"/>
          <ac:picMkLst>
            <pc:docMk/>
            <pc:sldMk cId="3938139070" sldId="319"/>
            <ac:picMk id="31" creationId="{7443D140-61C8-8053-2843-89AD52D3867E}"/>
          </ac:picMkLst>
        </pc:picChg>
        <pc:picChg chg="add mod">
          <ac:chgData name="João Frederico" userId="79b64b9f-5401-435a-857e-1debfc15e995" providerId="ADAL" clId="{86D65DD3-308C-4D51-A569-573CC6A4FA8E}" dt="2026-09-17T04:28:14.825" v="3297" actId="14100"/>
          <ac:picMkLst>
            <pc:docMk/>
            <pc:sldMk cId="3938139070" sldId="319"/>
            <ac:picMk id="33" creationId="{7D921AAC-DAEB-679A-98D4-B39DCB8A5333}"/>
          </ac:picMkLst>
        </pc:picChg>
        <pc:picChg chg="add mod">
          <ac:chgData name="João Frederico" userId="79b64b9f-5401-435a-857e-1debfc15e995" providerId="ADAL" clId="{86D65DD3-308C-4D51-A569-573CC6A4FA8E}" dt="2026-09-17T04:28:18.443" v="3300" actId="1076"/>
          <ac:picMkLst>
            <pc:docMk/>
            <pc:sldMk cId="3938139070" sldId="319"/>
            <ac:picMk id="35" creationId="{2C6891E1-9F44-0CC8-1BCE-18E585DB2541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4:29:05.762" v="3347" actId="1076"/>
        <pc:sldMkLst>
          <pc:docMk/>
          <pc:sldMk cId="2668134802" sldId="320"/>
        </pc:sldMkLst>
        <pc:spChg chg="mod">
          <ac:chgData name="João Frederico" userId="79b64b9f-5401-435a-857e-1debfc15e995" providerId="ADAL" clId="{86D65DD3-308C-4D51-A569-573CC6A4FA8E}" dt="2026-09-17T04:28:41.032" v="3334" actId="20577"/>
          <ac:spMkLst>
            <pc:docMk/>
            <pc:sldMk cId="2668134802" sldId="320"/>
            <ac:spMk id="3" creationId="{51EA3E93-975F-F19A-9B42-64102E1A1A27}"/>
          </ac:spMkLst>
        </pc:spChg>
        <pc:spChg chg="del">
          <ac:chgData name="João Frederico" userId="79b64b9f-5401-435a-857e-1debfc15e995" providerId="ADAL" clId="{86D65DD3-308C-4D51-A569-573CC6A4FA8E}" dt="2026-09-17T04:28:49.912" v="3335" actId="478"/>
          <ac:spMkLst>
            <pc:docMk/>
            <pc:sldMk cId="2668134802" sldId="320"/>
            <ac:spMk id="5" creationId="{7D7D234F-8F5F-6C9E-C2FB-2E7382C7525C}"/>
          </ac:spMkLst>
        </pc:spChg>
        <pc:spChg chg="add mod">
          <ac:chgData name="João Frederico" userId="79b64b9f-5401-435a-857e-1debfc15e995" providerId="ADAL" clId="{86D65DD3-308C-4D51-A569-573CC6A4FA8E}" dt="2026-09-17T04:29:02.444" v="3345" actId="1076"/>
          <ac:spMkLst>
            <pc:docMk/>
            <pc:sldMk cId="2668134802" sldId="320"/>
            <ac:spMk id="31" creationId="{5A8452BC-02B5-021F-0B60-F1A7E93DEBA6}"/>
          </ac:spMkLst>
        </pc:spChg>
        <pc:picChg chg="del">
          <ac:chgData name="João Frederico" userId="79b64b9f-5401-435a-857e-1debfc15e995" providerId="ADAL" clId="{86D65DD3-308C-4D51-A569-573CC6A4FA8E}" dt="2026-09-17T04:17:09.472" v="3141" actId="478"/>
          <ac:picMkLst>
            <pc:docMk/>
            <pc:sldMk cId="2668134802" sldId="320"/>
            <ac:picMk id="6" creationId="{483BEDE2-3B9C-A41E-CE4A-5FB137062023}"/>
          </ac:picMkLst>
        </pc:picChg>
        <pc:picChg chg="add mod">
          <ac:chgData name="João Frederico" userId="79b64b9f-5401-435a-857e-1debfc15e995" providerId="ADAL" clId="{86D65DD3-308C-4D51-A569-573CC6A4FA8E}" dt="2026-09-17T04:29:05.762" v="3347" actId="1076"/>
          <ac:picMkLst>
            <pc:docMk/>
            <pc:sldMk cId="2668134802" sldId="320"/>
            <ac:picMk id="8" creationId="{17FD3BE1-6CF0-CC85-D4E4-D976B8A1A69A}"/>
          </ac:picMkLst>
        </pc:picChg>
        <pc:picChg chg="del">
          <ac:chgData name="João Frederico" userId="79b64b9f-5401-435a-857e-1debfc15e995" providerId="ADAL" clId="{86D65DD3-308C-4D51-A569-573CC6A4FA8E}" dt="2026-09-17T04:17:09.873" v="3142" actId="478"/>
          <ac:picMkLst>
            <pc:docMk/>
            <pc:sldMk cId="2668134802" sldId="320"/>
            <ac:picMk id="9" creationId="{656A36E3-DB9B-17C1-E6B6-3BCB9BEDE806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5:29:57.499" v="4178" actId="1076"/>
        <pc:sldMkLst>
          <pc:docMk/>
          <pc:sldMk cId="216069032" sldId="321"/>
        </pc:sldMkLst>
        <pc:spChg chg="mod">
          <ac:chgData name="João Frederico" userId="79b64b9f-5401-435a-857e-1debfc15e995" providerId="ADAL" clId="{86D65DD3-308C-4D51-A569-573CC6A4FA8E}" dt="2026-09-17T04:49:02.593" v="3391" actId="20577"/>
          <ac:spMkLst>
            <pc:docMk/>
            <pc:sldMk cId="216069032" sldId="321"/>
            <ac:spMk id="3" creationId="{A3047A65-E0EB-407B-983F-81E39D9CB376}"/>
          </ac:spMkLst>
        </pc:spChg>
        <pc:spChg chg="add del mod">
          <ac:chgData name="João Frederico" userId="79b64b9f-5401-435a-857e-1debfc15e995" providerId="ADAL" clId="{86D65DD3-308C-4D51-A569-573CC6A4FA8E}" dt="2026-09-17T04:49:05.209" v="3392" actId="478"/>
          <ac:spMkLst>
            <pc:docMk/>
            <pc:sldMk cId="216069032" sldId="321"/>
            <ac:spMk id="5" creationId="{D3E27D36-5985-BD3C-121F-921F817D0E39}"/>
          </ac:spMkLst>
        </pc:spChg>
        <pc:spChg chg="add mod">
          <ac:chgData name="João Frederico" userId="79b64b9f-5401-435a-857e-1debfc15e995" providerId="ADAL" clId="{86D65DD3-308C-4D51-A569-573CC6A4FA8E}" dt="2026-09-17T04:49:10.396" v="3395" actId="1076"/>
          <ac:spMkLst>
            <pc:docMk/>
            <pc:sldMk cId="216069032" sldId="321"/>
            <ac:spMk id="9" creationId="{DBE067D0-7D18-8336-A559-3327AE605D7E}"/>
          </ac:spMkLst>
        </pc:spChg>
        <pc:spChg chg="del">
          <ac:chgData name="João Frederico" userId="79b64b9f-5401-435a-857e-1debfc15e995" providerId="ADAL" clId="{86D65DD3-308C-4D51-A569-573CC6A4FA8E}" dt="2026-09-17T04:48:50.653" v="3350" actId="478"/>
          <ac:spMkLst>
            <pc:docMk/>
            <pc:sldMk cId="216069032" sldId="321"/>
            <ac:spMk id="31" creationId="{ED3D3E15-63E6-D452-8288-7B0FBCC50616}"/>
          </ac:spMkLst>
        </pc:spChg>
        <pc:picChg chg="del">
          <ac:chgData name="João Frederico" userId="79b64b9f-5401-435a-857e-1debfc15e995" providerId="ADAL" clId="{86D65DD3-308C-4D51-A569-573CC6A4FA8E}" dt="2026-09-17T04:48:48.393" v="3349" actId="478"/>
          <ac:picMkLst>
            <pc:docMk/>
            <pc:sldMk cId="216069032" sldId="321"/>
            <ac:picMk id="8" creationId="{C8B2DC99-E131-E4B6-4293-9F9D256C6EDF}"/>
          </ac:picMkLst>
        </pc:picChg>
        <pc:picChg chg="add mod">
          <ac:chgData name="João Frederico" userId="79b64b9f-5401-435a-857e-1debfc15e995" providerId="ADAL" clId="{86D65DD3-308C-4D51-A569-573CC6A4FA8E}" dt="2026-09-17T05:29:57.499" v="4178" actId="1076"/>
          <ac:picMkLst>
            <pc:docMk/>
            <pc:sldMk cId="216069032" sldId="321"/>
            <ac:picMk id="32" creationId="{D51E0CF7-F290-8967-1D3F-03452F92CAB1}"/>
          </ac:picMkLst>
        </pc:picChg>
      </pc:sldChg>
      <pc:sldChg chg="modSp add mod">
        <pc:chgData name="João Frederico" userId="79b64b9f-5401-435a-857e-1debfc15e995" providerId="ADAL" clId="{86D65DD3-308C-4D51-A569-573CC6A4FA8E}" dt="2026-09-17T05:13:46.820" v="3462" actId="20577"/>
        <pc:sldMkLst>
          <pc:docMk/>
          <pc:sldMk cId="398044566" sldId="322"/>
        </pc:sldMkLst>
        <pc:spChg chg="mod">
          <ac:chgData name="João Frederico" userId="79b64b9f-5401-435a-857e-1debfc15e995" providerId="ADAL" clId="{86D65DD3-308C-4D51-A569-573CC6A4FA8E}" dt="2026-09-17T05:13:46.820" v="3462" actId="20577"/>
          <ac:spMkLst>
            <pc:docMk/>
            <pc:sldMk cId="398044566" sldId="322"/>
            <ac:spMk id="4" creationId="{64C327EA-7479-7DB3-0A60-524AE6F46DFD}"/>
          </ac:spMkLst>
        </pc:spChg>
      </pc:sldChg>
      <pc:sldChg chg="addSp delSp modSp add mod">
        <pc:chgData name="João Frederico" userId="79b64b9f-5401-435a-857e-1debfc15e995" providerId="ADAL" clId="{86D65DD3-308C-4D51-A569-573CC6A4FA8E}" dt="2026-09-17T05:14:48.023" v="3509" actId="1076"/>
        <pc:sldMkLst>
          <pc:docMk/>
          <pc:sldMk cId="2080333224" sldId="323"/>
        </pc:sldMkLst>
        <pc:spChg chg="mod">
          <ac:chgData name="João Frederico" userId="79b64b9f-5401-435a-857e-1debfc15e995" providerId="ADAL" clId="{86D65DD3-308C-4D51-A569-573CC6A4FA8E}" dt="2026-09-17T05:14:21.234" v="3499" actId="20577"/>
          <ac:spMkLst>
            <pc:docMk/>
            <pc:sldMk cId="2080333224" sldId="323"/>
            <ac:spMk id="3" creationId="{A02176CD-FE08-B32E-3DCB-89A794147A14}"/>
          </ac:spMkLst>
        </pc:spChg>
        <pc:spChg chg="add mod">
          <ac:chgData name="João Frederico" userId="79b64b9f-5401-435a-857e-1debfc15e995" providerId="ADAL" clId="{86D65DD3-308C-4D51-A569-573CC6A4FA8E}" dt="2026-09-17T05:14:46.664" v="3508" actId="1076"/>
          <ac:spMkLst>
            <pc:docMk/>
            <pc:sldMk cId="2080333224" sldId="323"/>
            <ac:spMk id="5" creationId="{CA269570-7E52-B734-0862-C50C25A64093}"/>
          </ac:spMkLst>
        </pc:spChg>
        <pc:spChg chg="del">
          <ac:chgData name="João Frederico" userId="79b64b9f-5401-435a-857e-1debfc15e995" providerId="ADAL" clId="{86D65DD3-308C-4D51-A569-573CC6A4FA8E}" dt="2026-09-17T05:14:32.614" v="3500" actId="478"/>
          <ac:spMkLst>
            <pc:docMk/>
            <pc:sldMk cId="2080333224" sldId="323"/>
            <ac:spMk id="9" creationId="{A63D03A7-1060-3B21-55EF-E9DCFB32EFE2}"/>
          </ac:spMkLst>
        </pc:spChg>
        <pc:picChg chg="add mod">
          <ac:chgData name="João Frederico" userId="79b64b9f-5401-435a-857e-1debfc15e995" providerId="ADAL" clId="{86D65DD3-308C-4D51-A569-573CC6A4FA8E}" dt="2026-09-17T05:14:48.023" v="3509" actId="1076"/>
          <ac:picMkLst>
            <pc:docMk/>
            <pc:sldMk cId="2080333224" sldId="323"/>
            <ac:picMk id="8" creationId="{266305CD-014F-83D9-492F-A8EF7937B9A7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5:15:24.734" v="3543" actId="1076"/>
        <pc:sldMkLst>
          <pc:docMk/>
          <pc:sldMk cId="1407811486" sldId="324"/>
        </pc:sldMkLst>
        <pc:spChg chg="mod">
          <ac:chgData name="João Frederico" userId="79b64b9f-5401-435a-857e-1debfc15e995" providerId="ADAL" clId="{86D65DD3-308C-4D51-A569-573CC6A4FA8E}" dt="2026-09-17T05:15:07.064" v="3534" actId="20577"/>
          <ac:spMkLst>
            <pc:docMk/>
            <pc:sldMk cId="1407811486" sldId="324"/>
            <ac:spMk id="3" creationId="{2BD9E27D-C8DB-9317-52CA-AE6E1440784C}"/>
          </ac:spMkLst>
        </pc:spChg>
        <pc:spChg chg="del">
          <ac:chgData name="João Frederico" userId="79b64b9f-5401-435a-857e-1debfc15e995" providerId="ADAL" clId="{86D65DD3-308C-4D51-A569-573CC6A4FA8E}" dt="2026-09-17T05:15:09.144" v="3535" actId="478"/>
          <ac:spMkLst>
            <pc:docMk/>
            <pc:sldMk cId="1407811486" sldId="324"/>
            <ac:spMk id="5" creationId="{B61F4E54-D6CC-958E-E917-112993273279}"/>
          </ac:spMkLst>
        </pc:spChg>
        <pc:picChg chg="add mod">
          <ac:chgData name="João Frederico" userId="79b64b9f-5401-435a-857e-1debfc15e995" providerId="ADAL" clId="{86D65DD3-308C-4D51-A569-573CC6A4FA8E}" dt="2026-09-17T05:15:17.532" v="3540" actId="1076"/>
          <ac:picMkLst>
            <pc:docMk/>
            <pc:sldMk cId="1407811486" sldId="324"/>
            <ac:picMk id="6" creationId="{81471686-3E45-DCDD-A64A-BB2BA46A607D}"/>
          </ac:picMkLst>
        </pc:picChg>
        <pc:picChg chg="del">
          <ac:chgData name="João Frederico" userId="79b64b9f-5401-435a-857e-1debfc15e995" providerId="ADAL" clId="{86D65DD3-308C-4D51-A569-573CC6A4FA8E}" dt="2026-09-17T05:15:09.653" v="3536" actId="478"/>
          <ac:picMkLst>
            <pc:docMk/>
            <pc:sldMk cId="1407811486" sldId="324"/>
            <ac:picMk id="8" creationId="{BC4B944F-83F6-D364-D943-10C662653093}"/>
          </ac:picMkLst>
        </pc:picChg>
        <pc:picChg chg="add mod">
          <ac:chgData name="João Frederico" userId="79b64b9f-5401-435a-857e-1debfc15e995" providerId="ADAL" clId="{86D65DD3-308C-4D51-A569-573CC6A4FA8E}" dt="2026-09-17T05:15:24.734" v="3543" actId="1076"/>
          <ac:picMkLst>
            <pc:docMk/>
            <pc:sldMk cId="1407811486" sldId="324"/>
            <ac:picMk id="10" creationId="{20025349-6336-11F6-BA47-39F3CE7CAFB6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5:17:32.764" v="3643" actId="20577"/>
        <pc:sldMkLst>
          <pc:docMk/>
          <pc:sldMk cId="1090485912" sldId="325"/>
        </pc:sldMkLst>
        <pc:spChg chg="mod">
          <ac:chgData name="João Frederico" userId="79b64b9f-5401-435a-857e-1debfc15e995" providerId="ADAL" clId="{86D65DD3-308C-4D51-A569-573CC6A4FA8E}" dt="2026-09-17T05:17:32.764" v="3643" actId="20577"/>
          <ac:spMkLst>
            <pc:docMk/>
            <pc:sldMk cId="1090485912" sldId="325"/>
            <ac:spMk id="3" creationId="{3706E306-097C-1643-C6BA-443E11E1DA1A}"/>
          </ac:spMkLst>
        </pc:spChg>
        <pc:picChg chg="add mod">
          <ac:chgData name="João Frederico" userId="79b64b9f-5401-435a-857e-1debfc15e995" providerId="ADAL" clId="{86D65DD3-308C-4D51-A569-573CC6A4FA8E}" dt="2026-09-17T05:15:57.924" v="3582" actId="1076"/>
          <ac:picMkLst>
            <pc:docMk/>
            <pc:sldMk cId="1090485912" sldId="325"/>
            <ac:picMk id="5" creationId="{3A84DA8C-4CC7-1F95-7434-975677A5BB52}"/>
          </ac:picMkLst>
        </pc:picChg>
        <pc:picChg chg="del">
          <ac:chgData name="João Frederico" userId="79b64b9f-5401-435a-857e-1debfc15e995" providerId="ADAL" clId="{86D65DD3-308C-4D51-A569-573CC6A4FA8E}" dt="2026-09-17T05:15:36.389" v="3545" actId="478"/>
          <ac:picMkLst>
            <pc:docMk/>
            <pc:sldMk cId="1090485912" sldId="325"/>
            <ac:picMk id="6" creationId="{E09B1F91-B04E-F0B1-3D17-964E6D992A91}"/>
          </ac:picMkLst>
        </pc:picChg>
        <pc:picChg chg="add mod">
          <ac:chgData name="João Frederico" userId="79b64b9f-5401-435a-857e-1debfc15e995" providerId="ADAL" clId="{86D65DD3-308C-4D51-A569-573CC6A4FA8E}" dt="2026-09-17T05:16:00.496" v="3584" actId="1076"/>
          <ac:picMkLst>
            <pc:docMk/>
            <pc:sldMk cId="1090485912" sldId="325"/>
            <ac:picMk id="9" creationId="{98FF2DE5-DDE5-4C99-2327-D007913720A9}"/>
          </ac:picMkLst>
        </pc:picChg>
        <pc:picChg chg="del">
          <ac:chgData name="João Frederico" userId="79b64b9f-5401-435a-857e-1debfc15e995" providerId="ADAL" clId="{86D65DD3-308C-4D51-A569-573CC6A4FA8E}" dt="2026-09-17T05:15:39.837" v="3547" actId="478"/>
          <ac:picMkLst>
            <pc:docMk/>
            <pc:sldMk cId="1090485912" sldId="325"/>
            <ac:picMk id="10" creationId="{022C6CD5-7998-D8CE-C7F9-4CD7AE733C30}"/>
          </ac:picMkLst>
        </pc:picChg>
        <pc:picChg chg="add mod">
          <ac:chgData name="João Frederico" userId="79b64b9f-5401-435a-857e-1debfc15e995" providerId="ADAL" clId="{86D65DD3-308C-4D51-A569-573CC6A4FA8E}" dt="2026-09-17T05:16:04.954" v="3586" actId="1076"/>
          <ac:picMkLst>
            <pc:docMk/>
            <pc:sldMk cId="1090485912" sldId="325"/>
            <ac:picMk id="32" creationId="{C189E1FF-DF31-D353-73F9-63D16B6B7E47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5:17:08.273" v="3641"/>
        <pc:sldMkLst>
          <pc:docMk/>
          <pc:sldMk cId="2326177495" sldId="326"/>
        </pc:sldMkLst>
        <pc:spChg chg="mod">
          <ac:chgData name="João Frederico" userId="79b64b9f-5401-435a-857e-1debfc15e995" providerId="ADAL" clId="{86D65DD3-308C-4D51-A569-573CC6A4FA8E}" dt="2026-09-17T05:16:28.504" v="3615" actId="20577"/>
          <ac:spMkLst>
            <pc:docMk/>
            <pc:sldMk cId="2326177495" sldId="326"/>
            <ac:spMk id="3" creationId="{70F2A302-FC18-DB01-2F26-07288D0A94C2}"/>
          </ac:spMkLst>
        </pc:spChg>
        <pc:spChg chg="add mod">
          <ac:chgData name="João Frederico" userId="79b64b9f-5401-435a-857e-1debfc15e995" providerId="ADAL" clId="{86D65DD3-308C-4D51-A569-573CC6A4FA8E}" dt="2026-09-17T05:17:07.621" v="3639" actId="1076"/>
          <ac:spMkLst>
            <pc:docMk/>
            <pc:sldMk cId="2326177495" sldId="326"/>
            <ac:spMk id="33" creationId="{0CABB09F-E4AB-A47A-6185-C962883A4D46}"/>
          </ac:spMkLst>
        </pc:spChg>
        <pc:spChg chg="add mod">
          <ac:chgData name="João Frederico" userId="79b64b9f-5401-435a-857e-1debfc15e995" providerId="ADAL" clId="{86D65DD3-308C-4D51-A569-573CC6A4FA8E}" dt="2026-09-17T05:17:01.607" v="3636" actId="1076"/>
          <ac:spMkLst>
            <pc:docMk/>
            <pc:sldMk cId="2326177495" sldId="326"/>
            <ac:spMk id="35" creationId="{85E468F7-F781-1704-91EF-0AE53A44EBF3}"/>
          </ac:spMkLst>
        </pc:spChg>
        <pc:spChg chg="add mod">
          <ac:chgData name="João Frederico" userId="79b64b9f-5401-435a-857e-1debfc15e995" providerId="ADAL" clId="{86D65DD3-308C-4D51-A569-573CC6A4FA8E}" dt="2026-09-17T05:16:39.628" v="3621" actId="1076"/>
          <ac:spMkLst>
            <pc:docMk/>
            <pc:sldMk cId="2326177495" sldId="326"/>
            <ac:spMk id="39" creationId="{F61D73D1-5E4B-DC72-32A5-9AA32C3211E2}"/>
          </ac:spMkLst>
        </pc:spChg>
        <pc:spChg chg="add mod">
          <ac:chgData name="João Frederico" userId="79b64b9f-5401-435a-857e-1debfc15e995" providerId="ADAL" clId="{86D65DD3-308C-4D51-A569-573CC6A4FA8E}" dt="2026-09-17T05:16:43.114" v="3623" actId="1076"/>
          <ac:spMkLst>
            <pc:docMk/>
            <pc:sldMk cId="2326177495" sldId="326"/>
            <ac:spMk id="41" creationId="{BAD80149-6F17-8F29-AC08-0BA076E6ECCA}"/>
          </ac:spMkLst>
        </pc:spChg>
        <pc:spChg chg="add del mod">
          <ac:chgData name="João Frederico" userId="79b64b9f-5401-435a-857e-1debfc15e995" providerId="ADAL" clId="{86D65DD3-308C-4D51-A569-573CC6A4FA8E}" dt="2026-09-17T05:17:08.273" v="3641"/>
          <ac:spMkLst>
            <pc:docMk/>
            <pc:sldMk cId="2326177495" sldId="326"/>
            <ac:spMk id="42" creationId="{D1E5B6E0-B063-B745-17CD-44D7196C33AA}"/>
          </ac:spMkLst>
        </pc:spChg>
        <pc:picChg chg="del">
          <ac:chgData name="João Frederico" userId="79b64b9f-5401-435a-857e-1debfc15e995" providerId="ADAL" clId="{86D65DD3-308C-4D51-A569-573CC6A4FA8E}" dt="2026-09-17T05:16:22.113" v="3589" actId="478"/>
          <ac:picMkLst>
            <pc:docMk/>
            <pc:sldMk cId="2326177495" sldId="326"/>
            <ac:picMk id="5" creationId="{7BF97D14-B9E0-CC65-AD67-1B903B68209D}"/>
          </ac:picMkLst>
        </pc:picChg>
        <pc:picChg chg="add mod">
          <ac:chgData name="João Frederico" userId="79b64b9f-5401-435a-857e-1debfc15e995" providerId="ADAL" clId="{86D65DD3-308C-4D51-A569-573CC6A4FA8E}" dt="2026-09-17T05:17:05.929" v="3638" actId="1076"/>
          <ac:picMkLst>
            <pc:docMk/>
            <pc:sldMk cId="2326177495" sldId="326"/>
            <ac:picMk id="6" creationId="{73878849-2DD4-69B1-2183-2C43F7F3CF6D}"/>
          </ac:picMkLst>
        </pc:picChg>
        <pc:picChg chg="del">
          <ac:chgData name="João Frederico" userId="79b64b9f-5401-435a-857e-1debfc15e995" providerId="ADAL" clId="{86D65DD3-308C-4D51-A569-573CC6A4FA8E}" dt="2026-09-17T05:16:22.523" v="3590" actId="478"/>
          <ac:picMkLst>
            <pc:docMk/>
            <pc:sldMk cId="2326177495" sldId="326"/>
            <ac:picMk id="9" creationId="{BE9FA13C-DF99-139B-1699-B121F064E458}"/>
          </ac:picMkLst>
        </pc:picChg>
        <pc:picChg chg="add mod">
          <ac:chgData name="João Frederico" userId="79b64b9f-5401-435a-857e-1debfc15e995" providerId="ADAL" clId="{86D65DD3-308C-4D51-A569-573CC6A4FA8E}" dt="2026-09-17T05:17:03.733" v="3637" actId="1076"/>
          <ac:picMkLst>
            <pc:docMk/>
            <pc:sldMk cId="2326177495" sldId="326"/>
            <ac:picMk id="10" creationId="{CBB7DE90-98B2-2E35-2313-BDF5E056401A}"/>
          </ac:picMkLst>
        </pc:picChg>
        <pc:picChg chg="del">
          <ac:chgData name="João Frederico" userId="79b64b9f-5401-435a-857e-1debfc15e995" providerId="ADAL" clId="{86D65DD3-308C-4D51-A569-573CC6A4FA8E}" dt="2026-09-17T05:16:21.645" v="3588" actId="478"/>
          <ac:picMkLst>
            <pc:docMk/>
            <pc:sldMk cId="2326177495" sldId="326"/>
            <ac:picMk id="32" creationId="{A5DB4C66-D159-5935-68FF-2A198F2C6EB5}"/>
          </ac:picMkLst>
        </pc:picChg>
        <pc:picChg chg="add mod">
          <ac:chgData name="João Frederico" userId="79b64b9f-5401-435a-857e-1debfc15e995" providerId="ADAL" clId="{86D65DD3-308C-4D51-A569-573CC6A4FA8E}" dt="2026-09-17T05:16:35.494" v="3619" actId="1076"/>
          <ac:picMkLst>
            <pc:docMk/>
            <pc:sldMk cId="2326177495" sldId="326"/>
            <ac:picMk id="37" creationId="{294A6A5F-D565-73FB-779A-DC8F9E58D145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5:17:59.339" v="3683" actId="1076"/>
        <pc:sldMkLst>
          <pc:docMk/>
          <pc:sldMk cId="3805531195" sldId="327"/>
        </pc:sldMkLst>
        <pc:spChg chg="mod">
          <ac:chgData name="João Frederico" userId="79b64b9f-5401-435a-857e-1debfc15e995" providerId="ADAL" clId="{86D65DD3-308C-4D51-A569-573CC6A4FA8E}" dt="2026-09-17T05:17:54.344" v="3679" actId="20577"/>
          <ac:spMkLst>
            <pc:docMk/>
            <pc:sldMk cId="3805531195" sldId="327"/>
            <ac:spMk id="3" creationId="{5854FEDE-3A99-E51F-2229-3D07A3C069C9}"/>
          </ac:spMkLst>
        </pc:spChg>
        <pc:picChg chg="del">
          <ac:chgData name="João Frederico" userId="79b64b9f-5401-435a-857e-1debfc15e995" providerId="ADAL" clId="{86D65DD3-308C-4D51-A569-573CC6A4FA8E}" dt="2026-09-17T05:17:47.276" v="3646" actId="478"/>
          <ac:picMkLst>
            <pc:docMk/>
            <pc:sldMk cId="3805531195" sldId="327"/>
            <ac:picMk id="5" creationId="{E7B72B57-F31A-DAF7-5038-B89A45145573}"/>
          </ac:picMkLst>
        </pc:picChg>
        <pc:picChg chg="add mod">
          <ac:chgData name="João Frederico" userId="79b64b9f-5401-435a-857e-1debfc15e995" providerId="ADAL" clId="{86D65DD3-308C-4D51-A569-573CC6A4FA8E}" dt="2026-09-17T05:17:59.339" v="3683" actId="1076"/>
          <ac:picMkLst>
            <pc:docMk/>
            <pc:sldMk cId="3805531195" sldId="327"/>
            <ac:picMk id="6" creationId="{D1E62103-0E14-522D-C207-011A86A8C8C3}"/>
          </ac:picMkLst>
        </pc:picChg>
        <pc:picChg chg="del">
          <ac:chgData name="João Frederico" userId="79b64b9f-5401-435a-857e-1debfc15e995" providerId="ADAL" clId="{86D65DD3-308C-4D51-A569-573CC6A4FA8E}" dt="2026-09-17T05:17:46.809" v="3645" actId="478"/>
          <ac:picMkLst>
            <pc:docMk/>
            <pc:sldMk cId="3805531195" sldId="327"/>
            <ac:picMk id="9" creationId="{0F1DC777-4ABE-B1F9-85D0-8B8E7E85F68F}"/>
          </ac:picMkLst>
        </pc:picChg>
        <pc:picChg chg="del">
          <ac:chgData name="João Frederico" userId="79b64b9f-5401-435a-857e-1debfc15e995" providerId="ADAL" clId="{86D65DD3-308C-4D51-A569-573CC6A4FA8E}" dt="2026-09-17T05:17:47.649" v="3647" actId="478"/>
          <ac:picMkLst>
            <pc:docMk/>
            <pc:sldMk cId="3805531195" sldId="327"/>
            <ac:picMk id="32" creationId="{58516D25-6C68-32FF-E30A-4B67E00AFF40}"/>
          </ac:picMkLst>
        </pc:picChg>
      </pc:sldChg>
      <pc:sldChg chg="modSp add mod">
        <pc:chgData name="João Frederico" userId="79b64b9f-5401-435a-857e-1debfc15e995" providerId="ADAL" clId="{86D65DD3-308C-4D51-A569-573CC6A4FA8E}" dt="2026-09-17T05:20:01.986" v="3734" actId="20577"/>
        <pc:sldMkLst>
          <pc:docMk/>
          <pc:sldMk cId="3339882932" sldId="328"/>
        </pc:sldMkLst>
        <pc:spChg chg="mod">
          <ac:chgData name="João Frederico" userId="79b64b9f-5401-435a-857e-1debfc15e995" providerId="ADAL" clId="{86D65DD3-308C-4D51-A569-573CC6A4FA8E}" dt="2026-09-17T05:20:01.986" v="3734" actId="20577"/>
          <ac:spMkLst>
            <pc:docMk/>
            <pc:sldMk cId="3339882932" sldId="328"/>
            <ac:spMk id="4" creationId="{E4529D53-6973-C9CB-96A2-717C85C4EB45}"/>
          </ac:spMkLst>
        </pc:spChg>
      </pc:sldChg>
      <pc:sldChg chg="addSp delSp modSp add mod">
        <pc:chgData name="João Frederico" userId="79b64b9f-5401-435a-857e-1debfc15e995" providerId="ADAL" clId="{86D65DD3-308C-4D51-A569-573CC6A4FA8E}" dt="2026-09-17T05:21:29.600" v="3866" actId="20577"/>
        <pc:sldMkLst>
          <pc:docMk/>
          <pc:sldMk cId="4247490741" sldId="329"/>
        </pc:sldMkLst>
        <pc:spChg chg="mod">
          <ac:chgData name="João Frederico" userId="79b64b9f-5401-435a-857e-1debfc15e995" providerId="ADAL" clId="{86D65DD3-308C-4D51-A569-573CC6A4FA8E}" dt="2026-09-17T05:21:29.600" v="3866" actId="20577"/>
          <ac:spMkLst>
            <pc:docMk/>
            <pc:sldMk cId="4247490741" sldId="329"/>
            <ac:spMk id="3" creationId="{DFE2E8B7-2F40-E862-F5D2-17B5AEE36C68}"/>
          </ac:spMkLst>
        </pc:spChg>
        <pc:graphicFrameChg chg="add mod modGraphic">
          <ac:chgData name="João Frederico" userId="79b64b9f-5401-435a-857e-1debfc15e995" providerId="ADAL" clId="{86D65DD3-308C-4D51-A569-573CC6A4FA8E}" dt="2026-09-17T05:21:19.124" v="3836" actId="404"/>
          <ac:graphicFrameMkLst>
            <pc:docMk/>
            <pc:sldMk cId="4247490741" sldId="329"/>
            <ac:graphicFrameMk id="5" creationId="{F68E159E-0CAB-2856-9129-9A071C96A009}"/>
          </ac:graphicFrameMkLst>
        </pc:graphicFrameChg>
        <pc:picChg chg="del">
          <ac:chgData name="João Frederico" userId="79b64b9f-5401-435a-857e-1debfc15e995" providerId="ADAL" clId="{86D65DD3-308C-4D51-A569-573CC6A4FA8E}" dt="2026-09-17T05:21:08.059" v="3828" actId="478"/>
          <ac:picMkLst>
            <pc:docMk/>
            <pc:sldMk cId="4247490741" sldId="329"/>
            <ac:picMk id="6" creationId="{2362FAFE-52E0-AAB4-7E46-9F328C54A567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5:22:21.195" v="3927" actId="1076"/>
        <pc:sldMkLst>
          <pc:docMk/>
          <pc:sldMk cId="1319090689" sldId="330"/>
        </pc:sldMkLst>
        <pc:spChg chg="mod">
          <ac:chgData name="João Frederico" userId="79b64b9f-5401-435a-857e-1debfc15e995" providerId="ADAL" clId="{86D65DD3-308C-4D51-A569-573CC6A4FA8E}" dt="2026-09-17T05:21:54.894" v="3913" actId="20577"/>
          <ac:spMkLst>
            <pc:docMk/>
            <pc:sldMk cId="1319090689" sldId="330"/>
            <ac:spMk id="3" creationId="{779ED6F8-4516-28C4-6BCE-CBEB5FCF68C7}"/>
          </ac:spMkLst>
        </pc:spChg>
        <pc:spChg chg="add mod">
          <ac:chgData name="João Frederico" userId="79b64b9f-5401-435a-857e-1debfc15e995" providerId="ADAL" clId="{86D65DD3-308C-4D51-A569-573CC6A4FA8E}" dt="2026-09-17T05:22:17.034" v="3924" actId="1076"/>
          <ac:spMkLst>
            <pc:docMk/>
            <pc:sldMk cId="1319090689" sldId="330"/>
            <ac:spMk id="9" creationId="{A5A1054E-6834-9B1C-EF76-7A4024129224}"/>
          </ac:spMkLst>
        </pc:spChg>
        <pc:graphicFrameChg chg="del">
          <ac:chgData name="João Frederico" userId="79b64b9f-5401-435a-857e-1debfc15e995" providerId="ADAL" clId="{86D65DD3-308C-4D51-A569-573CC6A4FA8E}" dt="2026-09-17T05:21:44.919" v="3868" actId="478"/>
          <ac:graphicFrameMkLst>
            <pc:docMk/>
            <pc:sldMk cId="1319090689" sldId="330"/>
            <ac:graphicFrameMk id="5" creationId="{9D3FAB87-2FD6-2DFB-1FFC-61FE5C0FEBD1}"/>
          </ac:graphicFrameMkLst>
        </pc:graphicFrameChg>
        <pc:picChg chg="add mod">
          <ac:chgData name="João Frederico" userId="79b64b9f-5401-435a-857e-1debfc15e995" providerId="ADAL" clId="{86D65DD3-308C-4D51-A569-573CC6A4FA8E}" dt="2026-09-17T05:22:21.195" v="3927" actId="1076"/>
          <ac:picMkLst>
            <pc:docMk/>
            <pc:sldMk cId="1319090689" sldId="330"/>
            <ac:picMk id="6" creationId="{6E38DFC9-FFB2-EA59-60DA-9B0AC0AF7681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5:23:52.285" v="3997" actId="5793"/>
        <pc:sldMkLst>
          <pc:docMk/>
          <pc:sldMk cId="1986863839" sldId="331"/>
        </pc:sldMkLst>
        <pc:spChg chg="mod">
          <ac:chgData name="João Frederico" userId="79b64b9f-5401-435a-857e-1debfc15e995" providerId="ADAL" clId="{86D65DD3-308C-4D51-A569-573CC6A4FA8E}" dt="2026-09-17T05:23:52.285" v="3997" actId="5793"/>
          <ac:spMkLst>
            <pc:docMk/>
            <pc:sldMk cId="1986863839" sldId="331"/>
            <ac:spMk id="3" creationId="{AA72A68C-6000-93CE-BA24-115D6C470DBE}"/>
          </ac:spMkLst>
        </pc:spChg>
        <pc:spChg chg="add mod">
          <ac:chgData name="João Frederico" userId="79b64b9f-5401-435a-857e-1debfc15e995" providerId="ADAL" clId="{86D65DD3-308C-4D51-A569-573CC6A4FA8E}" dt="2026-09-17T05:23:33.794" v="3950" actId="1076"/>
          <ac:spMkLst>
            <pc:docMk/>
            <pc:sldMk cId="1986863839" sldId="331"/>
            <ac:spMk id="5" creationId="{A9E08B09-8A2B-CD79-D741-49F9548D4520}"/>
          </ac:spMkLst>
        </pc:spChg>
        <pc:spChg chg="del">
          <ac:chgData name="João Frederico" userId="79b64b9f-5401-435a-857e-1debfc15e995" providerId="ADAL" clId="{86D65DD3-308C-4D51-A569-573CC6A4FA8E}" dt="2026-09-17T05:22:42.289" v="3933" actId="478"/>
          <ac:spMkLst>
            <pc:docMk/>
            <pc:sldMk cId="1986863839" sldId="331"/>
            <ac:spMk id="9" creationId="{501540AD-72D2-0F7A-7ECC-7F7B26F4088A}"/>
          </ac:spMkLst>
        </pc:spChg>
        <pc:spChg chg="add mod">
          <ac:chgData name="João Frederico" userId="79b64b9f-5401-435a-857e-1debfc15e995" providerId="ADAL" clId="{86D65DD3-308C-4D51-A569-573CC6A4FA8E}" dt="2026-09-17T05:23:31.448" v="3949" actId="14100"/>
          <ac:spMkLst>
            <pc:docMk/>
            <pc:sldMk cId="1986863839" sldId="331"/>
            <ac:spMk id="10" creationId="{4EC573BC-61BA-0FF7-0CCB-4BF64F3C47AE}"/>
          </ac:spMkLst>
        </pc:spChg>
        <pc:spChg chg="add mod">
          <ac:chgData name="João Frederico" userId="79b64b9f-5401-435a-857e-1debfc15e995" providerId="ADAL" clId="{86D65DD3-308C-4D51-A569-573CC6A4FA8E}" dt="2026-09-17T05:23:28.287" v="3948" actId="14100"/>
          <ac:spMkLst>
            <pc:docMk/>
            <pc:sldMk cId="1986863839" sldId="331"/>
            <ac:spMk id="32" creationId="{29F0249D-420D-D7C0-C065-500E457900E5}"/>
          </ac:spMkLst>
        </pc:spChg>
        <pc:picChg chg="del">
          <ac:chgData name="João Frederico" userId="79b64b9f-5401-435a-857e-1debfc15e995" providerId="ADAL" clId="{86D65DD3-308C-4D51-A569-573CC6A4FA8E}" dt="2026-09-17T05:22:40.930" v="3932" actId="478"/>
          <ac:picMkLst>
            <pc:docMk/>
            <pc:sldMk cId="1986863839" sldId="331"/>
            <ac:picMk id="6" creationId="{34B087DA-001E-DFAE-FFA4-0CDBBBA44FCA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5:24:21.397" v="4029" actId="20577"/>
        <pc:sldMkLst>
          <pc:docMk/>
          <pc:sldMk cId="3332952958" sldId="332"/>
        </pc:sldMkLst>
        <pc:spChg chg="mod">
          <ac:chgData name="João Frederico" userId="79b64b9f-5401-435a-857e-1debfc15e995" providerId="ADAL" clId="{86D65DD3-308C-4D51-A569-573CC6A4FA8E}" dt="2026-09-17T05:24:21.397" v="4029" actId="20577"/>
          <ac:spMkLst>
            <pc:docMk/>
            <pc:sldMk cId="3332952958" sldId="332"/>
            <ac:spMk id="3" creationId="{17BFDA07-DA39-A249-0DF7-68E49FE8681C}"/>
          </ac:spMkLst>
        </pc:spChg>
        <pc:spChg chg="add mod">
          <ac:chgData name="João Frederico" userId="79b64b9f-5401-435a-857e-1debfc15e995" providerId="ADAL" clId="{86D65DD3-308C-4D51-A569-573CC6A4FA8E}" dt="2026-09-17T05:24:14.516" v="4005" actId="403"/>
          <ac:spMkLst>
            <pc:docMk/>
            <pc:sldMk cId="3332952958" sldId="332"/>
            <ac:spMk id="5" creationId="{ECC710F6-2CA7-2B6F-9AB2-94DAF079F2B3}"/>
          </ac:spMkLst>
        </pc:spChg>
        <pc:spChg chg="del">
          <ac:chgData name="João Frederico" userId="79b64b9f-5401-435a-857e-1debfc15e995" providerId="ADAL" clId="{86D65DD3-308C-4D51-A569-573CC6A4FA8E}" dt="2026-09-17T05:22:44.767" v="3935" actId="478"/>
          <ac:spMkLst>
            <pc:docMk/>
            <pc:sldMk cId="3332952958" sldId="332"/>
            <ac:spMk id="9" creationId="{2042B46F-F45F-F183-420F-42E83C5E6FF8}"/>
          </ac:spMkLst>
        </pc:spChg>
        <pc:picChg chg="del">
          <ac:chgData name="João Frederico" userId="79b64b9f-5401-435a-857e-1debfc15e995" providerId="ADAL" clId="{86D65DD3-308C-4D51-A569-573CC6A4FA8E}" dt="2026-09-17T05:22:43.654" v="3934" actId="478"/>
          <ac:picMkLst>
            <pc:docMk/>
            <pc:sldMk cId="3332952958" sldId="332"/>
            <ac:picMk id="6" creationId="{BB29F5A8-8B8D-6ABF-D2BF-79504153AA43}"/>
          </ac:picMkLst>
        </pc:picChg>
        <pc:picChg chg="add mod">
          <ac:chgData name="João Frederico" userId="79b64b9f-5401-435a-857e-1debfc15e995" providerId="ADAL" clId="{86D65DD3-308C-4D51-A569-573CC6A4FA8E}" dt="2026-09-17T05:24:12.359" v="4003" actId="1076"/>
          <ac:picMkLst>
            <pc:docMk/>
            <pc:sldMk cId="3332952958" sldId="332"/>
            <ac:picMk id="10" creationId="{016D5685-B87C-E51E-69B6-0032D408B4F6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5:25:31.874" v="4067" actId="20577"/>
        <pc:sldMkLst>
          <pc:docMk/>
          <pc:sldMk cId="2920937463" sldId="333"/>
        </pc:sldMkLst>
        <pc:spChg chg="mod">
          <ac:chgData name="João Frederico" userId="79b64b9f-5401-435a-857e-1debfc15e995" providerId="ADAL" clId="{86D65DD3-308C-4D51-A569-573CC6A4FA8E}" dt="2026-09-17T05:25:31.874" v="4067" actId="20577"/>
          <ac:spMkLst>
            <pc:docMk/>
            <pc:sldMk cId="2920937463" sldId="333"/>
            <ac:spMk id="3" creationId="{A7C37D5F-664A-5060-2719-9C1E47DBD3C4}"/>
          </ac:spMkLst>
        </pc:spChg>
        <pc:spChg chg="add mod">
          <ac:chgData name="João Frederico" userId="79b64b9f-5401-435a-857e-1debfc15e995" providerId="ADAL" clId="{86D65DD3-308C-4D51-A569-573CC6A4FA8E}" dt="2026-09-17T05:25:05.262" v="4043" actId="20577"/>
          <ac:spMkLst>
            <pc:docMk/>
            <pc:sldMk cId="2920937463" sldId="333"/>
            <ac:spMk id="5" creationId="{1EDCB7F0-7AB3-EFFF-8901-51BF9227DAF4}"/>
          </ac:spMkLst>
        </pc:spChg>
        <pc:spChg chg="del">
          <ac:chgData name="João Frederico" userId="79b64b9f-5401-435a-857e-1debfc15e995" providerId="ADAL" clId="{86D65DD3-308C-4D51-A569-573CC6A4FA8E}" dt="2026-09-17T05:22:46.963" v="3937" actId="478"/>
          <ac:spMkLst>
            <pc:docMk/>
            <pc:sldMk cId="2920937463" sldId="333"/>
            <ac:spMk id="9" creationId="{7C41B755-D495-CA37-14B2-19FFE884DA7E}"/>
          </ac:spMkLst>
        </pc:spChg>
        <pc:graphicFrameChg chg="add mod">
          <ac:chgData name="João Frederico" userId="79b64b9f-5401-435a-857e-1debfc15e995" providerId="ADAL" clId="{86D65DD3-308C-4D51-A569-573CC6A4FA8E}" dt="2026-09-17T05:24:55.978" v="4036" actId="1076"/>
          <ac:graphicFrameMkLst>
            <pc:docMk/>
            <pc:sldMk cId="2920937463" sldId="333"/>
            <ac:graphicFrameMk id="10" creationId="{B8CB465E-0AFB-4FD0-BF49-6DE94D1A9169}"/>
          </ac:graphicFrameMkLst>
        </pc:graphicFrameChg>
        <pc:picChg chg="del">
          <ac:chgData name="João Frederico" userId="79b64b9f-5401-435a-857e-1debfc15e995" providerId="ADAL" clId="{86D65DD3-308C-4D51-A569-573CC6A4FA8E}" dt="2026-09-17T05:22:46.004" v="3936" actId="478"/>
          <ac:picMkLst>
            <pc:docMk/>
            <pc:sldMk cId="2920937463" sldId="333"/>
            <ac:picMk id="6" creationId="{174CB90D-A84F-A5D6-E2A4-F787E7848AB2}"/>
          </ac:picMkLst>
        </pc:picChg>
      </pc:sldChg>
      <pc:sldChg chg="addSp delSp modSp add mod">
        <pc:chgData name="João Frederico" userId="79b64b9f-5401-435a-857e-1debfc15e995" providerId="ADAL" clId="{86D65DD3-308C-4D51-A569-573CC6A4FA8E}" dt="2026-09-17T05:26:04.034" v="4113" actId="14100"/>
        <pc:sldMkLst>
          <pc:docMk/>
          <pc:sldMk cId="689939272" sldId="334"/>
        </pc:sldMkLst>
        <pc:spChg chg="mod">
          <ac:chgData name="João Frederico" userId="79b64b9f-5401-435a-857e-1debfc15e995" providerId="ADAL" clId="{86D65DD3-308C-4D51-A569-573CC6A4FA8E}" dt="2026-09-17T05:25:39.479" v="4100" actId="20577"/>
          <ac:spMkLst>
            <pc:docMk/>
            <pc:sldMk cId="689939272" sldId="334"/>
            <ac:spMk id="3" creationId="{E51C0159-E92B-7DCB-1228-A198894964AC}"/>
          </ac:spMkLst>
        </pc:spChg>
        <pc:spChg chg="add mod">
          <ac:chgData name="João Frederico" userId="79b64b9f-5401-435a-857e-1debfc15e995" providerId="ADAL" clId="{86D65DD3-308C-4D51-A569-573CC6A4FA8E}" dt="2026-09-17T05:25:59.644" v="4111" actId="1076"/>
          <ac:spMkLst>
            <pc:docMk/>
            <pc:sldMk cId="689939272" sldId="334"/>
            <ac:spMk id="5" creationId="{68B25996-E8A2-3CD8-819C-852158E53D78}"/>
          </ac:spMkLst>
        </pc:spChg>
        <pc:spChg chg="del">
          <ac:chgData name="João Frederico" userId="79b64b9f-5401-435a-857e-1debfc15e995" providerId="ADAL" clId="{86D65DD3-308C-4D51-A569-573CC6A4FA8E}" dt="2026-09-17T05:22:49.117" v="3939" actId="478"/>
          <ac:spMkLst>
            <pc:docMk/>
            <pc:sldMk cId="689939272" sldId="334"/>
            <ac:spMk id="9" creationId="{38455FC9-9A53-5E77-D9C4-E21D6A948F9E}"/>
          </ac:spMkLst>
        </pc:spChg>
        <pc:spChg chg="add mod">
          <ac:chgData name="João Frederico" userId="79b64b9f-5401-435a-857e-1debfc15e995" providerId="ADAL" clId="{86D65DD3-308C-4D51-A569-573CC6A4FA8E}" dt="2026-09-17T05:25:53.414" v="4108" actId="1076"/>
          <ac:spMkLst>
            <pc:docMk/>
            <pc:sldMk cId="689939272" sldId="334"/>
            <ac:spMk id="10" creationId="{3951A3C5-E86F-994E-FAD2-C34392ADE777}"/>
          </ac:spMkLst>
        </pc:spChg>
        <pc:spChg chg="add mod">
          <ac:chgData name="João Frederico" userId="79b64b9f-5401-435a-857e-1debfc15e995" providerId="ADAL" clId="{86D65DD3-308C-4D51-A569-573CC6A4FA8E}" dt="2026-09-17T05:26:04.034" v="4113" actId="14100"/>
          <ac:spMkLst>
            <pc:docMk/>
            <pc:sldMk cId="689939272" sldId="334"/>
            <ac:spMk id="32" creationId="{6629C4D9-E901-A8BC-050E-3C5B98F537D1}"/>
          </ac:spMkLst>
        </pc:spChg>
        <pc:picChg chg="del">
          <ac:chgData name="João Frederico" userId="79b64b9f-5401-435a-857e-1debfc15e995" providerId="ADAL" clId="{86D65DD3-308C-4D51-A569-573CC6A4FA8E}" dt="2026-09-17T05:22:48.228" v="3938" actId="478"/>
          <ac:picMkLst>
            <pc:docMk/>
            <pc:sldMk cId="689939272" sldId="334"/>
            <ac:picMk id="6" creationId="{5E25C56A-1E2D-035A-18BF-8EF12B9982D1}"/>
          </ac:picMkLst>
        </pc:picChg>
      </pc:sldChg>
      <pc:sldChg chg="addSp modSp add mod">
        <pc:chgData name="João Frederico" userId="79b64b9f-5401-435a-857e-1debfc15e995" providerId="ADAL" clId="{86D65DD3-308C-4D51-A569-573CC6A4FA8E}" dt="2026-09-17T05:26:41.694" v="4151" actId="20577"/>
        <pc:sldMkLst>
          <pc:docMk/>
          <pc:sldMk cId="2863970228" sldId="335"/>
        </pc:sldMkLst>
        <pc:spChg chg="mod">
          <ac:chgData name="João Frederico" userId="79b64b9f-5401-435a-857e-1debfc15e995" providerId="ADAL" clId="{86D65DD3-308C-4D51-A569-573CC6A4FA8E}" dt="2026-09-17T05:26:41.694" v="4151" actId="20577"/>
          <ac:spMkLst>
            <pc:docMk/>
            <pc:sldMk cId="2863970228" sldId="335"/>
            <ac:spMk id="3" creationId="{1D79ACFF-499B-9C05-D91F-09A91F881975}"/>
          </ac:spMkLst>
        </pc:spChg>
        <pc:spChg chg="add mod">
          <ac:chgData name="João Frederico" userId="79b64b9f-5401-435a-857e-1debfc15e995" providerId="ADAL" clId="{86D65DD3-308C-4D51-A569-573CC6A4FA8E}" dt="2026-09-17T05:26:35.694" v="4129" actId="1076"/>
          <ac:spMkLst>
            <pc:docMk/>
            <pc:sldMk cId="2863970228" sldId="335"/>
            <ac:spMk id="5" creationId="{B092C957-8F8A-8CC1-3590-D62089FC555B}"/>
          </ac:spMkLst>
        </pc:spChg>
        <pc:spChg chg="add mod">
          <ac:chgData name="João Frederico" userId="79b64b9f-5401-435a-857e-1debfc15e995" providerId="ADAL" clId="{86D65DD3-308C-4D51-A569-573CC6A4FA8E}" dt="2026-09-17T05:26:27.424" v="4122" actId="1076"/>
          <ac:spMkLst>
            <pc:docMk/>
            <pc:sldMk cId="2863970228" sldId="335"/>
            <ac:spMk id="8" creationId="{A2204148-E02A-7C36-5302-F2FCE396935F}"/>
          </ac:spMkLst>
        </pc:spChg>
      </pc:sldChg>
      <pc:sldChg chg="modSp add mod">
        <pc:chgData name="João Frederico" userId="79b64b9f-5401-435a-857e-1debfc15e995" providerId="ADAL" clId="{86D65DD3-308C-4D51-A569-573CC6A4FA8E}" dt="2026-09-17T05:27:09.764" v="4156" actId="1076"/>
        <pc:sldMkLst>
          <pc:docMk/>
          <pc:sldMk cId="3823668831" sldId="336"/>
        </pc:sldMkLst>
        <pc:spChg chg="mod">
          <ac:chgData name="João Frederico" userId="79b64b9f-5401-435a-857e-1debfc15e995" providerId="ADAL" clId="{86D65DD3-308C-4D51-A569-573CC6A4FA8E}" dt="2026-09-17T05:27:09.764" v="4156" actId="1076"/>
          <ac:spMkLst>
            <pc:docMk/>
            <pc:sldMk cId="3823668831" sldId="336"/>
            <ac:spMk id="4" creationId="{C129E4F1-ED82-D25C-4524-48DF65A14F24}"/>
          </ac:spMkLst>
        </pc:spChg>
      </pc:sldChg>
      <pc:sldChg chg="delSp add del mod">
        <pc:chgData name="João Frederico" userId="79b64b9f-5401-435a-857e-1debfc15e995" providerId="ADAL" clId="{86D65DD3-308C-4D51-A569-573CC6A4FA8E}" dt="2026-09-17T05:27:43.599" v="4165" actId="47"/>
        <pc:sldMkLst>
          <pc:docMk/>
          <pc:sldMk cId="2982140202" sldId="337"/>
        </pc:sldMkLst>
        <pc:spChg chg="del">
          <ac:chgData name="João Frederico" userId="79b64b9f-5401-435a-857e-1debfc15e995" providerId="ADAL" clId="{86D65DD3-308C-4D51-A569-573CC6A4FA8E}" dt="2026-09-17T05:27:15.484" v="4158" actId="478"/>
          <ac:spMkLst>
            <pc:docMk/>
            <pc:sldMk cId="2982140202" sldId="337"/>
            <ac:spMk id="3" creationId="{406614FE-88E4-7F75-B30A-1CEDAE167C39}"/>
          </ac:spMkLst>
        </pc:spChg>
        <pc:spChg chg="del">
          <ac:chgData name="João Frederico" userId="79b64b9f-5401-435a-857e-1debfc15e995" providerId="ADAL" clId="{86D65DD3-308C-4D51-A569-573CC6A4FA8E}" dt="2026-09-17T05:27:16.704" v="4159" actId="478"/>
          <ac:spMkLst>
            <pc:docMk/>
            <pc:sldMk cId="2982140202" sldId="337"/>
            <ac:spMk id="5" creationId="{AEA2FF64-7D65-4B97-6093-56C0827402D0}"/>
          </ac:spMkLst>
        </pc:spChg>
        <pc:spChg chg="del">
          <ac:chgData name="João Frederico" userId="79b64b9f-5401-435a-857e-1debfc15e995" providerId="ADAL" clId="{86D65DD3-308C-4D51-A569-573CC6A4FA8E}" dt="2026-09-17T05:27:17.344" v="4160" actId="478"/>
          <ac:spMkLst>
            <pc:docMk/>
            <pc:sldMk cId="2982140202" sldId="337"/>
            <ac:spMk id="8" creationId="{7947ECF4-FFE5-C641-1806-3A6203BB85B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motoestematriz2w-my.sharepoint.com/personal/derico_motoestematriz2w_onmicrosoft_com/Documents/Trabalhos/Consultoria%20-%20Avalia&#231;&#227;o%20de%20Performance%20de%20Usinas%20FV/OWEN%20-%20Automa&#231;&#227;o%20&amp;%20Inova&#231;&#227;o/Aula%20sobre%20M&#233;tricas%20de%20Performance%20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Fator de Capacidade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'[Aula sobre Métricas de Performance em Usinas FV.xlsx]Capacity Factor'!$J$17</c:f>
              <c:strCache>
                <c:ptCount val="1"/>
                <c:pt idx="0">
                  <c:v>FC Inversor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'[Aula sobre Métricas de Performance em Usinas FV.xlsx]Capacity Factor'!$G$18:$G$29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'[Aula sobre Métricas de Performance em Usinas FV.xlsx]Capacity Factor'!$J$18:$J$29</c:f>
              <c:numCache>
                <c:formatCode>0.00%</c:formatCode>
                <c:ptCount val="12"/>
                <c:pt idx="0">
                  <c:v>0.24374300844058072</c:v>
                </c:pt>
                <c:pt idx="1">
                  <c:v>0.22331222500578962</c:v>
                </c:pt>
                <c:pt idx="2">
                  <c:v>0.24519148786482167</c:v>
                </c:pt>
                <c:pt idx="3">
                  <c:v>0.22525948725061126</c:v>
                </c:pt>
                <c:pt idx="4">
                  <c:v>0.17956716144309562</c:v>
                </c:pt>
                <c:pt idx="5">
                  <c:v>0.14454244236489661</c:v>
                </c:pt>
                <c:pt idx="6">
                  <c:v>0.2002231137216188</c:v>
                </c:pt>
                <c:pt idx="7">
                  <c:v>0.20118537785691021</c:v>
                </c:pt>
                <c:pt idx="8">
                  <c:v>0.24109384020321564</c:v>
                </c:pt>
                <c:pt idx="9">
                  <c:v>0.24598387114460413</c:v>
                </c:pt>
                <c:pt idx="10">
                  <c:v>0.30884963577602537</c:v>
                </c:pt>
                <c:pt idx="11">
                  <c:v>0.23506637436898406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C1-4058-AFE6-9E8338E127D9}"/>
            </c:ext>
          </c:extLst>
        </c:ser>
        <c:ser>
          <c:idx val="1"/>
          <c:order val="1"/>
          <c:tx>
            <c:strRef>
              <c:f>'[Aula sobre Métricas de Performance em Usinas FV.xlsx]Capacity Factor'!$K$17</c:f>
              <c:strCache>
                <c:ptCount val="1"/>
                <c:pt idx="0">
                  <c:v>FC Inversor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'[Aula sobre Métricas de Performance em Usinas FV.xlsx]Capacity Factor'!$G$18:$G$29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'[Aula sobre Métricas de Performance em Usinas FV.xlsx]Capacity Factor'!$K$18:$K$29</c:f>
              <c:numCache>
                <c:formatCode>0.00%</c:formatCode>
                <c:ptCount val="12"/>
                <c:pt idx="0">
                  <c:v>0.24622850849768435</c:v>
                </c:pt>
                <c:pt idx="1">
                  <c:v>0.22045102357278115</c:v>
                </c:pt>
                <c:pt idx="2">
                  <c:v>0.23777303663929242</c:v>
                </c:pt>
                <c:pt idx="3">
                  <c:v>0.219154484583239</c:v>
                </c:pt>
                <c:pt idx="4">
                  <c:v>0.16854596788281997</c:v>
                </c:pt>
                <c:pt idx="5">
                  <c:v>0.13510757822824276</c:v>
                </c:pt>
                <c:pt idx="6">
                  <c:v>0.19305304496710682</c:v>
                </c:pt>
                <c:pt idx="7">
                  <c:v>0.19951827626305885</c:v>
                </c:pt>
                <c:pt idx="8">
                  <c:v>0.23107607107735903</c:v>
                </c:pt>
                <c:pt idx="9">
                  <c:v>0.24207259884322502</c:v>
                </c:pt>
                <c:pt idx="10">
                  <c:v>0.31575277298036386</c:v>
                </c:pt>
                <c:pt idx="11">
                  <c:v>0.2496698814709776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C1-4058-AFE6-9E8338E127D9}"/>
            </c:ext>
          </c:extLst>
        </c:ser>
        <c:ser>
          <c:idx val="2"/>
          <c:order val="2"/>
          <c:tx>
            <c:strRef>
              <c:f>'[Aula sobre Métricas de Performance em Usinas FV.xlsx]Capacity Factor'!$L$17</c:f>
              <c:strCache>
                <c:ptCount val="1"/>
                <c:pt idx="0">
                  <c:v>FC Inversor 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'[Aula sobre Métricas de Performance em Usinas FV.xlsx]Capacity Factor'!$G$18:$G$29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'[Aula sobre Métricas de Performance em Usinas FV.xlsx]Capacity Factor'!$L$18:$L$29</c:f>
              <c:numCache>
                <c:formatCode>0.00%</c:formatCode>
                <c:ptCount val="12"/>
                <c:pt idx="0">
                  <c:v>0.24206635946009628</c:v>
                </c:pt>
                <c:pt idx="1">
                  <c:v>0.22254773106540776</c:v>
                </c:pt>
                <c:pt idx="2">
                  <c:v>0.23942812941956743</c:v>
                </c:pt>
                <c:pt idx="3">
                  <c:v>0.22653641327211541</c:v>
                </c:pt>
                <c:pt idx="4">
                  <c:v>0.17917991251888166</c:v>
                </c:pt>
                <c:pt idx="5">
                  <c:v>0.14244224288546101</c:v>
                </c:pt>
                <c:pt idx="6">
                  <c:v>0.19990385539876343</c:v>
                </c:pt>
                <c:pt idx="7">
                  <c:v>0.20142258887916961</c:v>
                </c:pt>
                <c:pt idx="8">
                  <c:v>0.23474802695450039</c:v>
                </c:pt>
                <c:pt idx="9">
                  <c:v>0.22241400049724588</c:v>
                </c:pt>
                <c:pt idx="10">
                  <c:v>0.29175357168486421</c:v>
                </c:pt>
                <c:pt idx="11">
                  <c:v>0.24581070028712554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7C1-4058-AFE6-9E8338E127D9}"/>
            </c:ext>
          </c:extLst>
        </c:ser>
        <c:ser>
          <c:idx val="3"/>
          <c:order val="3"/>
          <c:tx>
            <c:strRef>
              <c:f>'[Aula sobre Métricas de Performance em Usinas FV.xlsx]Capacity Factor'!$M$17</c:f>
              <c:strCache>
                <c:ptCount val="1"/>
                <c:pt idx="0">
                  <c:v>FC Inversor 4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'[Aula sobre Métricas de Performance em Usinas FV.xlsx]Capacity Factor'!$G$18:$G$29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'[Aula sobre Métricas de Performance em Usinas FV.xlsx]Capacity Factor'!$M$18:$M$29</c:f>
              <c:numCache>
                <c:formatCode>0.00%</c:formatCode>
                <c:ptCount val="12"/>
                <c:pt idx="0">
                  <c:v>0.24531780365819517</c:v>
                </c:pt>
                <c:pt idx="1">
                  <c:v>0.21243844797683142</c:v>
                </c:pt>
                <c:pt idx="2">
                  <c:v>0.2447250153634076</c:v>
                </c:pt>
                <c:pt idx="3">
                  <c:v>0.23059659720517769</c:v>
                </c:pt>
                <c:pt idx="4">
                  <c:v>0.1822250284505752</c:v>
                </c:pt>
                <c:pt idx="5">
                  <c:v>0.14583918195059625</c:v>
                </c:pt>
                <c:pt idx="6">
                  <c:v>0.19558723473768083</c:v>
                </c:pt>
                <c:pt idx="7">
                  <c:v>0.20358087765590943</c:v>
                </c:pt>
                <c:pt idx="8">
                  <c:v>0.24290153754444416</c:v>
                </c:pt>
                <c:pt idx="9">
                  <c:v>0.22291499059653488</c:v>
                </c:pt>
                <c:pt idx="10">
                  <c:v>0.2969479178832255</c:v>
                </c:pt>
                <c:pt idx="11">
                  <c:v>0.2506444169109357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7C1-4058-AFE6-9E8338E127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439151775"/>
        <c:axId val="1331208783"/>
      </c:barChart>
      <c:catAx>
        <c:axId val="14391517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Meses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31208783"/>
        <c:crosses val="autoZero"/>
        <c:auto val="1"/>
        <c:lblAlgn val="ctr"/>
        <c:lblOffset val="100"/>
        <c:noMultiLvlLbl val="0"/>
      </c:catAx>
      <c:valAx>
        <c:axId val="1331208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Fator de Capacidade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4391517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4905F-12B8-F3EB-9C7E-FCC26C7BA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5FBF28-7CED-78F0-CE23-0F87CD454A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416DC-11EB-FC74-A84C-267EC59C828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A51237F-CD9E-C492-BF51-DF7C0A855A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97A9475-73DA-2188-07EC-E6CBCCF671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D7D8-FCA4-E59B-2694-8D07B10627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AD841-5FFD-9CA3-D25D-77C4F5366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52840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A10AB-6F88-0638-A998-366342ECB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9B9070-8284-D059-929D-DF44DDC3C0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DC2A4C-C1F6-1357-0764-6154CD13D85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0688AA7-055A-67FE-3BA0-0E9E4DA374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57AAD46-4CF7-1F31-8299-E95C68BE5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B2DAA-C1DE-C270-3F59-2CCC38571B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98B63-F991-6B11-E93E-76B8529CA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66052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2BD42-D4C7-9C5C-1FE5-E07C591D5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57EAFD8-8322-FB46-45A8-08F1F96D31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84346-B2A8-57C9-8D9B-A475D369B9A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9F3A0EC-3109-3F14-A60E-E7F030F0C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D8A818E-B154-8794-6DE3-E5AB4332D2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8C1DB-0E8E-C5F7-9008-ABFB1A3663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40E2-54D5-5DB3-C39F-9518B3E3EB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88765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B9FF1-E746-E3C2-BC08-D96C775B7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048662-B973-DD18-7544-2BCDAC3923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7077F-3E8A-FDF3-43BE-24D65D55156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A0BCB84-6A4A-B6A3-1346-22E74A1C04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D8FBB5B-77B6-B267-E43B-A1BBEA8D9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8045B-B31A-6B95-3A8F-C410B40397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C4133-2F23-CFBA-F1A5-C8E9F59A0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38784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36FAB-9279-C72E-CD22-D73EB742D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8A710D-869F-0E0D-DEAE-44DF06AB99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E2A588-1AF2-F4F6-ED89-5A4CEF97173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4B5859B-5EB4-0852-B1CD-02FD65F245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B1E769-11A6-68C4-398D-4D5F9C8AD7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8D0B4-4C82-453A-2CE8-F94FF54DBD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EE483-E617-5781-4728-A68E0B681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02969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4777C-DC62-E48E-D0BA-F483D2964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3234D1-153D-2B1B-078F-1E13F7AE4C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E7BD9-1001-51FA-3692-A6C61F4F6C2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5D5B64D-9000-A0FA-1105-97302841E8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770F991-9DF9-EE98-857E-52A427E5D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8A5BF-EB5D-B0D1-EC36-B124AFC3C5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C5C6A-3CDC-ADE9-CDA1-F82D57832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99205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8B842-F9E4-697E-1139-63013F5D3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A9F033-47C1-53C0-B0F5-90F9D17A88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F33993-2363-2073-411D-D1E0581B578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33815F-2383-32F7-C874-F87FFCC77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9B3C00F-7D97-44D7-7FAC-E65561BC3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CDEF9-FAD0-24E5-79D5-F0F51BEAB9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ADE25-3CA3-29B2-0FA4-93F31D2C4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17663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7DD0A-E6C1-43D4-CBFB-EE0665BAC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43BBA-0CDA-3FD9-545F-586044A935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86819D-E65A-71A2-89CA-D68456D9FCF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6384888-7901-0824-81F5-3BB745B21E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E547637-C75A-F459-D6FC-F45634F86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09A63-E202-5140-5D1E-23337064207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07C89-FF84-37DC-0589-2DD60679B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52204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D320C-E7C2-EBBE-3F4E-464CE1FA2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B51FB1-0C08-3580-E209-6CB4A26444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8FE70-E420-AE8B-3648-D94E78F1554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CF929C1-86D7-1271-968E-659E32093A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C79B0B8-FCB0-C644-7FBA-517412BFB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D295B-8460-A7F6-A4C3-FE7E14C195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CDF51-D0D0-CA03-A96B-457597798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26422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40716-219E-591F-56E6-8F189B297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EDFF1C-1638-1A41-1E88-B977A1B851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A6EA9D-61BA-907C-8660-D23131CB323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7DF13BD-9168-21E9-1D59-28B20CD7D3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3970C9A-8789-8736-262A-B3C9395725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CD540-9C28-0C9A-D039-87E408B9347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CD78B-9B9F-D0A7-51A4-C9EE470D0B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80750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20011-B5DA-54D7-C65B-870ADDAE3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235222-9A81-4F54-C7BC-14B5E99B2C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4C34D-586F-A6D1-E33F-C6869E6C839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895D80E-2F8C-0420-8292-5391AA9A2E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62A90ED-2ED1-3942-A01C-F2DF235971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B013A-B76D-B83C-A869-32BDECB1490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7C5F9-F4DB-FB7E-4EA8-B09237CCA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95595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94B79-E121-BE3E-4FEB-5808CB6CB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A6BE4F-0D2B-D094-95A4-632EF61E57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FA32FE-2A7A-1E41-8296-D5FF81416E2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0662958-BAE5-8F8F-4319-7531E24BC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642921E-BA3A-4F9E-0DF0-7E77F05DC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9987E-1648-3001-EF14-94C340FA59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9F1C6-537C-B385-88B1-5DF391A4D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821477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DF2B9-1142-4A11-9BD5-F2DDE1A57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A739C9-C439-0FE3-19BA-08688994AE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89A2B5-33AC-A2B9-DE98-1A1EC948509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825AE6F-9B4D-634F-E1BB-E2026FF04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50677EB-8EEC-4D24-E168-4096258C3D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E49AD-C84F-7715-9400-05B87CAEE4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AA6FE-D7C8-5720-DA83-196F4F70F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26191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D36F0-E43C-DF88-6972-E21B8F7E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BB9EE1-9032-595F-D336-347E753D86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8CB7EF-0C42-C4F7-4CAA-EBC4F4B120B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F10F568-3D82-5E14-7B79-2F8DD6B8BE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3232000-387B-50F3-B977-FB491BAD8F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FCA64-F659-2E7B-5386-FED5A2AF71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18481-43A9-D1B9-4766-91C714C9F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357913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926BD-FBB9-9163-6767-15CEDD23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12DFE3-1E73-B5C2-199F-7CAF700996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10381-C07E-8B6E-93A0-5D1AD915A59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71D2835-A718-89BB-5ACB-DB179ABD4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DAB6F3F-4D87-FF07-5B2F-1E66B10CD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1B669-C346-E23D-FCD0-AEDF79E4E5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5F153-49FE-DBD1-4BE8-04C14C943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69180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DA450-F4E8-01C9-B074-C24A56066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7F42E49-9AD6-86BA-245D-D86BAD7C13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F83110-D2A0-B8A1-0566-6F443666A54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8C3AD10-CA34-BCB4-CB30-FE55FD0E90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CFDAFDE-8BEC-4E92-48C3-CCA734FD9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B3DCA-A462-8A25-1021-FC38FB08335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59A90-5AC3-85DB-A8CA-68520F796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071020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BB548-837F-C150-74E5-53ED6F359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6A8CB0-360C-29A8-A624-74CDCF8C6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BBBEA0-F063-B66E-23B2-05972A49C46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39F20C8-097B-A9D7-2D72-8EE2AEABB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EE1565A-01D2-4082-3C9B-A854E34D9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E28ED-D3CB-625D-C00D-3AA5E5D785A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1152A-E0A6-6F36-9395-2EE2AFE37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163899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4DB70-BE5C-E01C-EF18-46C33469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F122CD-E719-1379-7DBD-9DE479D335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81CAD-2382-9377-58C3-4542A10D4E7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FFC2852-0FC8-718C-5FA3-B3726B3957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DD8EBBE-6957-BA0B-717C-9CFEB194F1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34EC0-0F3F-59EC-D4C6-8B1289231E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30CA9-D240-D7F5-5ABB-5CE5C578E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325909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8A116-CDB9-5813-7963-54658DA9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1E826E-7216-2BC3-4845-3436045B5E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92709-B71D-77F7-5223-2B812A3B0AC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292E0A1-7AD2-BF43-0A31-6BDF5E3443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C6EA452-0522-5327-C982-8C0BCBAE7C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C4D2F-4968-ED70-963A-6231DC486F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8B8FA-7108-8958-60E0-B73926807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811778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1EC43-72F8-7C62-FD03-E50C9577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A0B6EB-752B-F539-713B-972656AB4F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F9E0B-0609-7447-BBA3-61A0CE1774B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0FFA106-3EA1-F4F5-729A-26492AE59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D6A4D2B-551A-98E2-9F0A-404922DA9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AACA6-C986-495C-4FE7-EF32A34DDE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6F14F-ADBA-A6B4-677E-02EFEC021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994925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DD451-6014-DD48-A1DD-A0079C433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5C3826-73A1-CCA0-F90D-E5021CFB2C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399257-7139-DC74-7A3A-DE8D98D672F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62CC1BE-1B6A-0E5C-EEAC-66FB57274E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E2D7A33-8B20-5FDF-DA09-C96E18DF9B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BD7F3-988E-9514-3B0E-7443D6B6A2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E1B87-16C7-4561-08D3-02247A663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249096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3F82D-30DD-6916-EC0B-48AE07115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41EC25-23F2-B673-A50B-715610E518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9A571-5C7A-09F8-99B0-01672F87F2A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6210104-1D65-8BC9-03AE-D41F4D6EC0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EB5D9AF-C912-12A4-4464-B6E4035E88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42982-CD57-64F6-60D1-1060DB8AC6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9142D-A099-724C-35C5-C3C163D1B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193409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AB457-69DA-2E9D-6C9E-582DC3998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4E574B-35C3-0B70-BB06-47C1014989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BF719-12B2-4DDD-3173-A897FA944D0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18DE488-EF4A-AB26-EC0E-FFBFDF5DB8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74F4061-E5BC-0D86-7CCD-2FB42EC841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C25BE-6305-801A-8373-8D42415D23E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833DA-0124-76FA-DC7E-53C0B9452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696482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ABA8B-AAF9-C7EE-BE7D-B000D4D3A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A726C9-8F8B-CFA1-A0F8-F2CBE3185E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000FDF-404E-A46A-7206-BF64E9F9D44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0B724A2-5ED5-EC57-D762-B5F00DE11A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ABCD428-D13B-16AC-DAB5-1D378E2077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FFE9B-81B6-670B-D604-6F1B49CA3A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A5CD8-EF40-A8D0-FF65-A409BC8DD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309415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3E682-5F1A-D359-3114-7CBD325F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E8A9E12-3BC8-3C8A-E732-96ED5F09FE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B86793-A7DB-9071-8473-B710DBA7FCA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B55182B-0B91-3166-448B-A2A7C47EFA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94D0CF7-A9BA-7CDC-D0A6-34DF6C657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4D99C-5056-EBE1-0066-541E6C6992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8E355-D6E2-0E88-CAF7-141EB8E58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675545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B7DD2-30E7-398D-0C2C-29144D90A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213A75-5D1B-891C-CF01-27554FF4B0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39A88F-D7BC-2F5B-F79B-490EC3175A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22FA752-5926-1DB2-B2BB-405662C33B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029123A-3DCA-43D7-20D5-92DC16DF0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DA0BF-EC86-89C9-6754-68FF45CB0A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9122C-31F4-DC0C-52DF-E959B83AE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371912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8687D-F980-2CB2-2F71-4AEC8F11E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61339F-DE50-10A2-3F45-EA8A0D9DCC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60175B-E9BF-7DE7-3C8E-8DA8E304029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DB5A6C4-3A51-0414-2A2D-8683389EC4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3B43D8C-31D4-972E-0BCA-010EE3653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B2C55-36CA-44A6-7D64-A5760F2BD0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8C45C-82E7-599C-014B-A977ABC11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947439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044B9-64E8-5146-A7D0-D7A52974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9F2BC4-5564-A414-9DDA-DF78DA3E2D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DC9B0B-6FC0-0D06-BFE4-58D223D0719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09F9395-E4AB-5584-DF3F-51DBC4A552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4D01D35-1433-C055-BDB2-ADE0A9EEF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0328A-9F75-A4C7-AE1C-5D466AF03F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6B7F4-EA68-F3C5-F1A5-403CF3EB9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004074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02262-8F77-5D30-F22A-A886C4620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4F5E10-8CC2-B9E0-86DF-A7BE71C45E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45D62-529C-3A4E-E216-66C482690FC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E1589E2-3ADA-05D6-3CFC-153DC18CE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008B825-C2DA-CFC2-FA13-757D95F07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591CE-055D-A855-4124-6240A5B3D1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19707-C28E-F8BE-FCA8-311B42B45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313601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F67F5-E569-7CD4-DC66-FB4145F34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36BDC9-799E-ABF3-FB29-05EC148E81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96E88-437A-7F80-ACB6-E56E8F09A8D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E1803A-2836-1195-A0C5-568D059D3C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B743B0A-353E-8306-432B-E853AA090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F88BC-BF28-CA61-C2AA-A86A82DA7E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E5406-E73A-AAE8-7188-3E5C505F3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334076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919E1-C4F4-6452-E5F7-4C04BA7F2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139480-D9E5-0BB4-39E6-B05EC68C00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0494-C8BA-F1C8-768A-01FFBB9A9B9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F661EB0-1FBB-9DA4-137B-B7FD311D8B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22A4B44-49A3-C474-27B8-680733855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C0FD0-4C0D-DFD6-445C-182F745113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1C29F-1D37-66C2-5C19-038C8EEE2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105532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6A89B-CFBD-80D3-6F9F-F3644D19A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E048B6-EBBC-0FA8-26CC-2B3323DCE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C07DD-25B1-74D4-BFF9-B6B222A0612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A4F1192-0AD8-4E05-0AFA-18D1ABF34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EF835C3-A784-2951-9DDD-A0CCF50BF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2E16-42D1-1724-24CC-31A6E0CB4C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F806A-15AF-23CD-1667-015C38FE7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976296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47AD2-5540-BCF8-4ECC-DBA41F4AC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54619D-A1C9-446B-C9D7-20D296B73C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4B9480-761F-23F3-B4D8-F1E2FF82D72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013A2C7-CDCA-01C4-DE08-F1BF9D9C91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4A8A817-6F6A-EA1A-73C6-74D35983B7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F2860-879A-1DD7-BCC1-E9A1E83017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0DE57-9C84-6D38-3E46-470A02DBE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92561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1.jpe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2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2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2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2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2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2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1.jpe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31.jpeg"/><Relationship Id="rId5" Type="http://schemas.openxmlformats.org/officeDocument/2006/relationships/image" Target="../media/image3.png"/><Relationship Id="rId10" Type="http://schemas.openxmlformats.org/officeDocument/2006/relationships/image" Target="../media/image30.jpe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33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45.png"/><Relationship Id="rId4" Type="http://schemas.openxmlformats.org/officeDocument/2006/relationships/image" Target="../media/image2.png"/><Relationship Id="rId9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chart" Target="../charts/char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9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12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0" y="18288000"/>
                </a:ln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56" r="-906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429000" y="3648327"/>
            <a:ext cx="11437163" cy="298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 dirty="0">
                <a:solidFill>
                  <a:srgbClr val="F1BA06"/>
                </a:solidFill>
                <a:latin typeface="Oswald Bold"/>
                <a:ea typeface="Oswald Bold"/>
                <a:cs typeface="Oswald Bold"/>
                <a:sym typeface="Oswald Bold"/>
              </a:rPr>
              <a:t>PYTHON PARA ENERGIA SOLAR FOTOVOLTAICA</a:t>
            </a:r>
          </a:p>
          <a:p>
            <a:pPr algn="ctr">
              <a:lnSpc>
                <a:spcPts val="5280"/>
              </a:lnSpc>
            </a:pPr>
            <a:r>
              <a:rPr lang="en-US" sz="44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BIBLIOTECAS, BASES DE DADOS E MODELAGEM NA PRÁTICA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028700"/>
            <a:ext cx="5092201" cy="1371625"/>
            <a:chOff x="0" y="0"/>
            <a:chExt cx="6789601" cy="1828833"/>
          </a:xfrm>
        </p:grpSpPr>
        <p:grpSp>
          <p:nvGrpSpPr>
            <p:cNvPr id="8" name="Group 8"/>
            <p:cNvGrpSpPr/>
            <p:nvPr/>
          </p:nvGrpSpPr>
          <p:grpSpPr>
            <a:xfrm>
              <a:off x="1374002" y="147783"/>
              <a:ext cx="574288" cy="1430852"/>
              <a:chOff x="0" y="0"/>
              <a:chExt cx="326226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970371" y="147783"/>
              <a:ext cx="574288" cy="1430852"/>
              <a:chOff x="0" y="0"/>
              <a:chExt cx="326226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565210" y="147783"/>
              <a:ext cx="574288" cy="1430852"/>
              <a:chOff x="0" y="0"/>
              <a:chExt cx="326226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2567154" y="612096"/>
              <a:ext cx="572344" cy="966539"/>
            </a:xfrm>
            <a:custGeom>
              <a:avLst/>
              <a:gdLst/>
              <a:ahLst/>
              <a:cxnLst/>
              <a:rect l="l" t="t" r="r" b="b"/>
              <a:pathLst>
                <a:path w="572344" h="966539">
                  <a:moveTo>
                    <a:pt x="0" y="0"/>
                  </a:moveTo>
                  <a:lnTo>
                    <a:pt x="572344" y="0"/>
                  </a:lnTo>
                  <a:lnTo>
                    <a:pt x="572344" y="966539"/>
                  </a:lnTo>
                  <a:lnTo>
                    <a:pt x="0" y="966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972829" y="679605"/>
              <a:ext cx="417249" cy="899030"/>
            </a:xfrm>
            <a:custGeom>
              <a:avLst/>
              <a:gdLst/>
              <a:ahLst/>
              <a:cxnLst/>
              <a:rect l="l" t="t" r="r" b="b"/>
              <a:pathLst>
                <a:path w="417249" h="899030">
                  <a:moveTo>
                    <a:pt x="0" y="0"/>
                  </a:moveTo>
                  <a:lnTo>
                    <a:pt x="417249" y="0"/>
                  </a:lnTo>
                  <a:lnTo>
                    <a:pt x="417249" y="899030"/>
                  </a:lnTo>
                  <a:lnTo>
                    <a:pt x="0" y="899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144489" y="645850"/>
              <a:ext cx="386222" cy="317685"/>
            </a:xfrm>
            <a:custGeom>
              <a:avLst/>
              <a:gdLst/>
              <a:ahLst/>
              <a:cxnLst/>
              <a:rect l="l" t="t" r="r" b="b"/>
              <a:pathLst>
                <a:path w="386222" h="317685">
                  <a:moveTo>
                    <a:pt x="0" y="0"/>
                  </a:moveTo>
                  <a:lnTo>
                    <a:pt x="386222" y="0"/>
                  </a:lnTo>
                  <a:lnTo>
                    <a:pt x="386222" y="317685"/>
                  </a:lnTo>
                  <a:lnTo>
                    <a:pt x="0" y="317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380128" y="679304"/>
              <a:ext cx="562416" cy="899331"/>
            </a:xfrm>
            <a:custGeom>
              <a:avLst/>
              <a:gdLst/>
              <a:ahLst/>
              <a:cxnLst/>
              <a:rect l="l" t="t" r="r" b="b"/>
              <a:pathLst>
                <a:path w="562416" h="899331">
                  <a:moveTo>
                    <a:pt x="0" y="0"/>
                  </a:moveTo>
                  <a:lnTo>
                    <a:pt x="562415" y="0"/>
                  </a:lnTo>
                  <a:lnTo>
                    <a:pt x="562415" y="899331"/>
                  </a:lnTo>
                  <a:lnTo>
                    <a:pt x="0" y="89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0" y="143366"/>
              <a:ext cx="1338672" cy="1430852"/>
              <a:chOff x="0" y="0"/>
              <a:chExt cx="1030491" cy="110145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 rot="-857927">
              <a:off x="538912" y="101382"/>
              <a:ext cx="388036" cy="982369"/>
            </a:xfrm>
            <a:custGeom>
              <a:avLst/>
              <a:gdLst/>
              <a:ahLst/>
              <a:cxnLst/>
              <a:rect l="l" t="t" r="r" b="b"/>
              <a:pathLst>
                <a:path w="388036" h="982369">
                  <a:moveTo>
                    <a:pt x="0" y="0"/>
                  </a:moveTo>
                  <a:lnTo>
                    <a:pt x="388035" y="0"/>
                  </a:lnTo>
                  <a:lnTo>
                    <a:pt x="388035" y="982369"/>
                  </a:lnTo>
                  <a:lnTo>
                    <a:pt x="0" y="982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39498" y="-85725"/>
              <a:ext cx="3650103" cy="9100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03"/>
                </a:lnSpc>
              </a:pPr>
              <a:r>
                <a:rPr lang="en-US" sz="4073" spc="484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39498" y="709534"/>
              <a:ext cx="3650103" cy="11192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71"/>
                </a:lnSpc>
              </a:pPr>
              <a:r>
                <a:rPr lang="en-US" sz="5051" spc="9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472500" y="517382"/>
            <a:ext cx="3961967" cy="1022636"/>
            <a:chOff x="0" y="0"/>
            <a:chExt cx="5282622" cy="1363515"/>
          </a:xfrm>
        </p:grpSpPr>
        <p:sp>
          <p:nvSpPr>
            <p:cNvPr id="28" name="Freeform 28"/>
            <p:cNvSpPr/>
            <p:nvPr/>
          </p:nvSpPr>
          <p:spPr>
            <a:xfrm>
              <a:off x="3816366" y="0"/>
              <a:ext cx="1466256" cy="1363515"/>
            </a:xfrm>
            <a:custGeom>
              <a:avLst/>
              <a:gdLst/>
              <a:ahLst/>
              <a:cxnLst/>
              <a:rect l="l" t="t" r="r" b="b"/>
              <a:pathLst>
                <a:path w="1466256" h="1363515">
                  <a:moveTo>
                    <a:pt x="0" y="0"/>
                  </a:moveTo>
                  <a:lnTo>
                    <a:pt x="1466256" y="0"/>
                  </a:lnTo>
                  <a:lnTo>
                    <a:pt x="1466256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0593" t="-36322" r="-337402" b="-40583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526954" y="0"/>
              <a:ext cx="1209785" cy="1363515"/>
            </a:xfrm>
            <a:custGeom>
              <a:avLst/>
              <a:gdLst/>
              <a:ahLst/>
              <a:cxnLst/>
              <a:rect l="l" t="t" r="r" b="b"/>
              <a:pathLst>
                <a:path w="1209785" h="1363515">
                  <a:moveTo>
                    <a:pt x="0" y="0"/>
                  </a:moveTo>
                  <a:lnTo>
                    <a:pt x="1209785" y="0"/>
                  </a:lnTo>
                  <a:lnTo>
                    <a:pt x="1209785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1318590" y="0"/>
              <a:ext cx="1035931" cy="1363515"/>
            </a:xfrm>
            <a:custGeom>
              <a:avLst/>
              <a:gdLst/>
              <a:ahLst/>
              <a:cxnLst/>
              <a:rect l="l" t="t" r="r" b="b"/>
              <a:pathLst>
                <a:path w="1035931" h="1363515">
                  <a:moveTo>
                    <a:pt x="0" y="0"/>
                  </a:moveTo>
                  <a:lnTo>
                    <a:pt x="1035931" y="0"/>
                  </a:lnTo>
                  <a:lnTo>
                    <a:pt x="1035931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107502"/>
              <a:ext cx="1318590" cy="1256013"/>
            </a:xfrm>
            <a:custGeom>
              <a:avLst/>
              <a:gdLst/>
              <a:ahLst/>
              <a:cxnLst/>
              <a:rect l="l" t="t" r="r" b="b"/>
              <a:pathLst>
                <a:path w="1318590" h="1256013">
                  <a:moveTo>
                    <a:pt x="0" y="0"/>
                  </a:moveTo>
                  <a:lnTo>
                    <a:pt x="1318590" y="0"/>
                  </a:lnTo>
                  <a:lnTo>
                    <a:pt x="1318590" y="1256013"/>
                  </a:lnTo>
                  <a:lnTo>
                    <a:pt x="0" y="12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7051" t="-52359" r="-231893" b="-537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0" y="0"/>
            <a:ext cx="18288000" cy="218306"/>
            <a:chOff x="0" y="0"/>
            <a:chExt cx="24384000" cy="291074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3048000" cy="291074"/>
              <a:chOff x="0" y="0"/>
              <a:chExt cx="372945" cy="3561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3048000" y="0"/>
              <a:ext cx="3048000" cy="291074"/>
              <a:chOff x="0" y="0"/>
              <a:chExt cx="372945" cy="3561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096000" y="0"/>
              <a:ext cx="3048000" cy="291074"/>
              <a:chOff x="0" y="0"/>
              <a:chExt cx="372945" cy="3561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9144000" y="0"/>
              <a:ext cx="3048000" cy="291074"/>
              <a:chOff x="0" y="0"/>
              <a:chExt cx="372945" cy="3561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2192000" y="0"/>
              <a:ext cx="3048000" cy="291074"/>
              <a:chOff x="0" y="0"/>
              <a:chExt cx="372945" cy="3561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15240000" y="0"/>
              <a:ext cx="3048000" cy="291074"/>
              <a:chOff x="0" y="0"/>
              <a:chExt cx="372945" cy="3561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18288000" y="0"/>
              <a:ext cx="3048000" cy="291074"/>
              <a:chOff x="0" y="0"/>
              <a:chExt cx="372945" cy="3561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21336000" y="0"/>
              <a:ext cx="3048000" cy="291074"/>
              <a:chOff x="0" y="0"/>
              <a:chExt cx="372945" cy="3561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0" y="10078219"/>
            <a:ext cx="18288000" cy="218306"/>
            <a:chOff x="0" y="0"/>
            <a:chExt cx="24384000" cy="291074"/>
          </a:xfrm>
        </p:grpSpPr>
        <p:grpSp>
          <p:nvGrpSpPr>
            <p:cNvPr id="58" name="Group 58"/>
            <p:cNvGrpSpPr/>
            <p:nvPr/>
          </p:nvGrpSpPr>
          <p:grpSpPr>
            <a:xfrm>
              <a:off x="0" y="0"/>
              <a:ext cx="3048000" cy="291074"/>
              <a:chOff x="0" y="0"/>
              <a:chExt cx="372945" cy="3561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3048000" y="0"/>
              <a:ext cx="3048000" cy="291074"/>
              <a:chOff x="0" y="0"/>
              <a:chExt cx="372945" cy="3561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6096000" y="0"/>
              <a:ext cx="3048000" cy="291074"/>
              <a:chOff x="0" y="0"/>
              <a:chExt cx="372945" cy="3561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9144000" y="0"/>
              <a:ext cx="3048000" cy="291074"/>
              <a:chOff x="0" y="0"/>
              <a:chExt cx="372945" cy="3561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2192000" y="0"/>
              <a:ext cx="3048000" cy="291074"/>
              <a:chOff x="0" y="0"/>
              <a:chExt cx="372945" cy="3561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15240000" y="0"/>
              <a:ext cx="3048000" cy="291074"/>
              <a:chOff x="0" y="0"/>
              <a:chExt cx="372945" cy="3561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18288000" y="0"/>
              <a:ext cx="3048000" cy="291074"/>
              <a:chOff x="0" y="0"/>
              <a:chExt cx="372945" cy="35615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21336000" y="0"/>
              <a:ext cx="3048000" cy="291074"/>
              <a:chOff x="0" y="0"/>
              <a:chExt cx="372945" cy="3561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0" y="18288000"/>
                </a:ln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56" r="-9065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5092201" cy="1371625"/>
            <a:chOff x="0" y="0"/>
            <a:chExt cx="6789601" cy="1828833"/>
          </a:xfrm>
        </p:grpSpPr>
        <p:grpSp>
          <p:nvGrpSpPr>
            <p:cNvPr id="6" name="Group 6"/>
            <p:cNvGrpSpPr/>
            <p:nvPr/>
          </p:nvGrpSpPr>
          <p:grpSpPr>
            <a:xfrm>
              <a:off x="1374002" y="147783"/>
              <a:ext cx="574288" cy="1430852"/>
              <a:chOff x="0" y="0"/>
              <a:chExt cx="326226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970371" y="147783"/>
              <a:ext cx="574288" cy="1430852"/>
              <a:chOff x="0" y="0"/>
              <a:chExt cx="326226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2565210" y="147783"/>
              <a:ext cx="574288" cy="1430852"/>
              <a:chOff x="0" y="0"/>
              <a:chExt cx="326226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2567154" y="612096"/>
              <a:ext cx="572344" cy="966539"/>
            </a:xfrm>
            <a:custGeom>
              <a:avLst/>
              <a:gdLst/>
              <a:ahLst/>
              <a:cxnLst/>
              <a:rect l="l" t="t" r="r" b="b"/>
              <a:pathLst>
                <a:path w="572344" h="966539">
                  <a:moveTo>
                    <a:pt x="0" y="0"/>
                  </a:moveTo>
                  <a:lnTo>
                    <a:pt x="572344" y="0"/>
                  </a:lnTo>
                  <a:lnTo>
                    <a:pt x="572344" y="966539"/>
                  </a:lnTo>
                  <a:lnTo>
                    <a:pt x="0" y="966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972829" y="679605"/>
              <a:ext cx="417249" cy="899030"/>
            </a:xfrm>
            <a:custGeom>
              <a:avLst/>
              <a:gdLst/>
              <a:ahLst/>
              <a:cxnLst/>
              <a:rect l="l" t="t" r="r" b="b"/>
              <a:pathLst>
                <a:path w="417249" h="899030">
                  <a:moveTo>
                    <a:pt x="0" y="0"/>
                  </a:moveTo>
                  <a:lnTo>
                    <a:pt x="417249" y="0"/>
                  </a:lnTo>
                  <a:lnTo>
                    <a:pt x="417249" y="899030"/>
                  </a:lnTo>
                  <a:lnTo>
                    <a:pt x="0" y="899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144489" y="645850"/>
              <a:ext cx="386222" cy="317685"/>
            </a:xfrm>
            <a:custGeom>
              <a:avLst/>
              <a:gdLst/>
              <a:ahLst/>
              <a:cxnLst/>
              <a:rect l="l" t="t" r="r" b="b"/>
              <a:pathLst>
                <a:path w="386222" h="317685">
                  <a:moveTo>
                    <a:pt x="0" y="0"/>
                  </a:moveTo>
                  <a:lnTo>
                    <a:pt x="386222" y="0"/>
                  </a:lnTo>
                  <a:lnTo>
                    <a:pt x="386222" y="317685"/>
                  </a:lnTo>
                  <a:lnTo>
                    <a:pt x="0" y="317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380128" y="679304"/>
              <a:ext cx="562416" cy="899331"/>
            </a:xfrm>
            <a:custGeom>
              <a:avLst/>
              <a:gdLst/>
              <a:ahLst/>
              <a:cxnLst/>
              <a:rect l="l" t="t" r="r" b="b"/>
              <a:pathLst>
                <a:path w="562416" h="899331">
                  <a:moveTo>
                    <a:pt x="0" y="0"/>
                  </a:moveTo>
                  <a:lnTo>
                    <a:pt x="562415" y="0"/>
                  </a:lnTo>
                  <a:lnTo>
                    <a:pt x="562415" y="899331"/>
                  </a:lnTo>
                  <a:lnTo>
                    <a:pt x="0" y="89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0" y="143366"/>
              <a:ext cx="1338672" cy="1430852"/>
              <a:chOff x="0" y="0"/>
              <a:chExt cx="1030491" cy="11014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 rot="-857927">
              <a:off x="538912" y="101382"/>
              <a:ext cx="388036" cy="982369"/>
            </a:xfrm>
            <a:custGeom>
              <a:avLst/>
              <a:gdLst/>
              <a:ahLst/>
              <a:cxnLst/>
              <a:rect l="l" t="t" r="r" b="b"/>
              <a:pathLst>
                <a:path w="388036" h="982369">
                  <a:moveTo>
                    <a:pt x="0" y="0"/>
                  </a:moveTo>
                  <a:lnTo>
                    <a:pt x="388035" y="0"/>
                  </a:lnTo>
                  <a:lnTo>
                    <a:pt x="388035" y="982369"/>
                  </a:lnTo>
                  <a:lnTo>
                    <a:pt x="0" y="982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39498" y="-85725"/>
              <a:ext cx="3650103" cy="9100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03"/>
                </a:lnSpc>
              </a:pPr>
              <a:r>
                <a:rPr lang="en-US" sz="4073" spc="484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39498" y="709534"/>
              <a:ext cx="3650103" cy="11192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71"/>
                </a:lnSpc>
              </a:pPr>
              <a:r>
                <a:rPr lang="en-US" sz="5051" spc="9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472500" y="517382"/>
            <a:ext cx="3961967" cy="1022636"/>
            <a:chOff x="0" y="0"/>
            <a:chExt cx="5282622" cy="1363515"/>
          </a:xfrm>
        </p:grpSpPr>
        <p:sp>
          <p:nvSpPr>
            <p:cNvPr id="26" name="Freeform 26"/>
            <p:cNvSpPr/>
            <p:nvPr/>
          </p:nvSpPr>
          <p:spPr>
            <a:xfrm>
              <a:off x="3816366" y="0"/>
              <a:ext cx="1466256" cy="1363515"/>
            </a:xfrm>
            <a:custGeom>
              <a:avLst/>
              <a:gdLst/>
              <a:ahLst/>
              <a:cxnLst/>
              <a:rect l="l" t="t" r="r" b="b"/>
              <a:pathLst>
                <a:path w="1466256" h="1363515">
                  <a:moveTo>
                    <a:pt x="0" y="0"/>
                  </a:moveTo>
                  <a:lnTo>
                    <a:pt x="1466256" y="0"/>
                  </a:lnTo>
                  <a:lnTo>
                    <a:pt x="1466256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0593" t="-36322" r="-337402" b="-40583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2526954" y="0"/>
              <a:ext cx="1209785" cy="1363515"/>
            </a:xfrm>
            <a:custGeom>
              <a:avLst/>
              <a:gdLst/>
              <a:ahLst/>
              <a:cxnLst/>
              <a:rect l="l" t="t" r="r" b="b"/>
              <a:pathLst>
                <a:path w="1209785" h="1363515">
                  <a:moveTo>
                    <a:pt x="0" y="0"/>
                  </a:moveTo>
                  <a:lnTo>
                    <a:pt x="1209785" y="0"/>
                  </a:lnTo>
                  <a:lnTo>
                    <a:pt x="1209785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1318590" y="0"/>
              <a:ext cx="1035931" cy="1363515"/>
            </a:xfrm>
            <a:custGeom>
              <a:avLst/>
              <a:gdLst/>
              <a:ahLst/>
              <a:cxnLst/>
              <a:rect l="l" t="t" r="r" b="b"/>
              <a:pathLst>
                <a:path w="1035931" h="1363515">
                  <a:moveTo>
                    <a:pt x="0" y="0"/>
                  </a:moveTo>
                  <a:lnTo>
                    <a:pt x="1035931" y="0"/>
                  </a:lnTo>
                  <a:lnTo>
                    <a:pt x="1035931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107502"/>
              <a:ext cx="1318590" cy="1256013"/>
            </a:xfrm>
            <a:custGeom>
              <a:avLst/>
              <a:gdLst/>
              <a:ahLst/>
              <a:cxnLst/>
              <a:rect l="l" t="t" r="r" b="b"/>
              <a:pathLst>
                <a:path w="1318590" h="1256013">
                  <a:moveTo>
                    <a:pt x="0" y="0"/>
                  </a:moveTo>
                  <a:lnTo>
                    <a:pt x="1318590" y="0"/>
                  </a:lnTo>
                  <a:lnTo>
                    <a:pt x="1318590" y="1256013"/>
                  </a:lnTo>
                  <a:lnTo>
                    <a:pt x="0" y="12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7051" t="-52359" r="-231893" b="-537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ED57153-C24D-EE64-450F-940C657998BA}"/>
              </a:ext>
            </a:extLst>
          </p:cNvPr>
          <p:cNvSpPr txBox="1"/>
          <p:nvPr/>
        </p:nvSpPr>
        <p:spPr>
          <a:xfrm>
            <a:off x="1517094" y="3014856"/>
            <a:ext cx="6871661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pt-BR" sz="3200" b="1" dirty="0">
                <a:solidFill>
                  <a:srgbClr val="FABF00"/>
                </a:solidFill>
                <a:latin typeface="Futura" panose="020B0604020202020204" charset="0"/>
              </a:rPr>
              <a:t>ROTEIRO DO MINICURSO</a:t>
            </a:r>
            <a:endParaRPr sz="3200" b="1" dirty="0">
              <a:solidFill>
                <a:srgbClr val="FABF00"/>
              </a:solidFill>
              <a:latin typeface="Futura" panose="020B060402020202020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FB57C8-FDEE-3812-56B1-DC7EA6A253FC}"/>
              </a:ext>
            </a:extLst>
          </p:cNvPr>
          <p:cNvSpPr txBox="1"/>
          <p:nvPr/>
        </p:nvSpPr>
        <p:spPr>
          <a:xfrm>
            <a:off x="1581102" y="3682367"/>
            <a:ext cx="3448098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200" b="1" dirty="0">
                <a:solidFill>
                  <a:srgbClr val="FABF00"/>
                </a:solidFill>
                <a:latin typeface="Futura" panose="020B0604020202020204" charset="0"/>
              </a:rPr>
              <a:t>08:</a:t>
            </a:r>
            <a:r>
              <a:rPr lang="pt-BR" sz="3200" b="1" dirty="0">
                <a:solidFill>
                  <a:srgbClr val="FABF00"/>
                </a:solidFill>
                <a:latin typeface="Futura" panose="020B0604020202020204" charset="0"/>
              </a:rPr>
              <a:t>45</a:t>
            </a:r>
            <a:r>
              <a:rPr sz="3200" b="1" dirty="0">
                <a:solidFill>
                  <a:srgbClr val="FABF00"/>
                </a:solidFill>
                <a:latin typeface="Futura" panose="020B0604020202020204" charset="0"/>
              </a:rPr>
              <a:t>–09:10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40E4CA-BA3B-C58D-0418-9AB2A0537A5D}"/>
              </a:ext>
            </a:extLst>
          </p:cNvPr>
          <p:cNvSpPr txBox="1"/>
          <p:nvPr/>
        </p:nvSpPr>
        <p:spPr>
          <a:xfrm>
            <a:off x="5334000" y="3682367"/>
            <a:ext cx="705907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200" b="0" dirty="0" err="1">
                <a:solidFill>
                  <a:srgbClr val="FFFFFF"/>
                </a:solidFill>
                <a:latin typeface="Futura" panose="020B0604020202020204" charset="0"/>
              </a:rPr>
              <a:t>Ecossistema</a:t>
            </a:r>
            <a:r>
              <a:rPr sz="3200" b="0" dirty="0">
                <a:solidFill>
                  <a:srgbClr val="FFFFFF"/>
                </a:solidFill>
                <a:latin typeface="Futura" panose="020B0604020202020204" charset="0"/>
              </a:rPr>
              <a:t> Python para </a:t>
            </a:r>
            <a:r>
              <a:rPr sz="3200" b="0" dirty="0" err="1">
                <a:solidFill>
                  <a:srgbClr val="FFFFFF"/>
                </a:solidFill>
                <a:latin typeface="Futura" panose="020B0604020202020204" charset="0"/>
              </a:rPr>
              <a:t>energia</a:t>
            </a:r>
            <a:r>
              <a:rPr sz="3200" b="0" dirty="0">
                <a:solidFill>
                  <a:srgbClr val="FFFFFF"/>
                </a:solidFill>
                <a:latin typeface="Futura" panose="020B0604020202020204" charset="0"/>
              </a:rPr>
              <a:t> solar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08290D-7E61-AEE2-6887-0BF4E7B4B65D}"/>
              </a:ext>
            </a:extLst>
          </p:cNvPr>
          <p:cNvSpPr txBox="1"/>
          <p:nvPr/>
        </p:nvSpPr>
        <p:spPr>
          <a:xfrm>
            <a:off x="1581102" y="4211637"/>
            <a:ext cx="2838498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200" b="1" dirty="0">
                <a:solidFill>
                  <a:srgbClr val="FABF00"/>
                </a:solidFill>
                <a:latin typeface="Futura" panose="020B0604020202020204" charset="0"/>
              </a:rPr>
              <a:t>09:10–09:40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4E1ADB-A3F7-B653-B50D-5D8A590DBE84}"/>
              </a:ext>
            </a:extLst>
          </p:cNvPr>
          <p:cNvSpPr txBox="1"/>
          <p:nvPr/>
        </p:nvSpPr>
        <p:spPr>
          <a:xfrm>
            <a:off x="5334000" y="4201161"/>
            <a:ext cx="705907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200" dirty="0">
                <a:solidFill>
                  <a:srgbClr val="FFFFFF"/>
                </a:solidFill>
                <a:latin typeface="Futura" panose="020B0604020202020204" charset="0"/>
              </a:rPr>
              <a:t>Dados </a:t>
            </a:r>
            <a:r>
              <a:rPr sz="3200" dirty="0" err="1">
                <a:solidFill>
                  <a:srgbClr val="FFFFFF"/>
                </a:solidFill>
                <a:latin typeface="Futura" panose="020B0604020202020204" charset="0"/>
              </a:rPr>
              <a:t>solarimétricos</a:t>
            </a:r>
            <a:r>
              <a:rPr sz="3200" dirty="0">
                <a:solidFill>
                  <a:srgbClr val="FFFFFF"/>
                </a:solidFill>
                <a:latin typeface="Futura" panose="020B0604020202020204" charset="0"/>
              </a:rPr>
              <a:t>, APIs e </a:t>
            </a:r>
            <a:r>
              <a:rPr sz="3200" dirty="0" err="1">
                <a:solidFill>
                  <a:srgbClr val="FFFFFF"/>
                </a:solidFill>
                <a:latin typeface="Futura" panose="020B0604020202020204" charset="0"/>
              </a:rPr>
              <a:t>qualidade</a:t>
            </a:r>
            <a:endParaRPr sz="3200" dirty="0">
              <a:solidFill>
                <a:srgbClr val="FFFFFF"/>
              </a:solidFill>
              <a:latin typeface="Futura" panose="020B060402020202020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84E9F1-F15B-BFD3-A2ED-E12963D15274}"/>
              </a:ext>
            </a:extLst>
          </p:cNvPr>
          <p:cNvSpPr txBox="1"/>
          <p:nvPr/>
        </p:nvSpPr>
        <p:spPr>
          <a:xfrm>
            <a:off x="1581102" y="4695358"/>
            <a:ext cx="2838498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200" b="1" dirty="0">
                <a:solidFill>
                  <a:srgbClr val="FABF00"/>
                </a:solidFill>
                <a:latin typeface="Futura" panose="020B0604020202020204" charset="0"/>
              </a:rPr>
              <a:t>09:40–10:20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7CD7A9-9219-E2F9-3E86-45FCFCC184E0}"/>
              </a:ext>
            </a:extLst>
          </p:cNvPr>
          <p:cNvSpPr txBox="1"/>
          <p:nvPr/>
        </p:nvSpPr>
        <p:spPr>
          <a:xfrm>
            <a:off x="5334000" y="4705834"/>
            <a:ext cx="8369539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200" dirty="0" err="1">
                <a:solidFill>
                  <a:srgbClr val="FFFFFF"/>
                </a:solidFill>
                <a:latin typeface="Futura" panose="020B0604020202020204" charset="0"/>
              </a:rPr>
              <a:t>Posição</a:t>
            </a:r>
            <a:r>
              <a:rPr sz="3200" dirty="0">
                <a:solidFill>
                  <a:srgbClr val="FFFFFF"/>
                </a:solidFill>
                <a:latin typeface="Futura" panose="020B0604020202020204" charset="0"/>
              </a:rPr>
              <a:t> solar, </a:t>
            </a:r>
            <a:r>
              <a:rPr sz="3200" dirty="0" err="1">
                <a:solidFill>
                  <a:srgbClr val="FFFFFF"/>
                </a:solidFill>
                <a:latin typeface="Futura" panose="020B0604020202020204" charset="0"/>
              </a:rPr>
              <a:t>decomposição</a:t>
            </a:r>
            <a:r>
              <a:rPr sz="3200" dirty="0">
                <a:solidFill>
                  <a:srgbClr val="FFFFFF"/>
                </a:solidFill>
                <a:latin typeface="Futura" panose="020B0604020202020204" charset="0"/>
              </a:rPr>
              <a:t> e </a:t>
            </a:r>
            <a:r>
              <a:rPr sz="3200" dirty="0" err="1">
                <a:solidFill>
                  <a:srgbClr val="FFFFFF"/>
                </a:solidFill>
                <a:latin typeface="Futura" panose="020B0604020202020204" charset="0"/>
              </a:rPr>
              <a:t>transposição</a:t>
            </a:r>
            <a:endParaRPr sz="3200" dirty="0">
              <a:solidFill>
                <a:srgbClr val="FFFFFF"/>
              </a:solidFill>
              <a:latin typeface="Futura" panose="020B060402020202020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5F60FD-7003-C1C6-A779-B5D5E7218C17}"/>
              </a:ext>
            </a:extLst>
          </p:cNvPr>
          <p:cNvSpPr txBox="1"/>
          <p:nvPr/>
        </p:nvSpPr>
        <p:spPr>
          <a:xfrm>
            <a:off x="1581102" y="5228987"/>
            <a:ext cx="2990898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200" b="1" dirty="0">
                <a:solidFill>
                  <a:srgbClr val="FABF00"/>
                </a:solidFill>
                <a:latin typeface="Futura" panose="020B0604020202020204" charset="0"/>
              </a:rPr>
              <a:t>10:20–10:30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4620FF-9928-A91D-BD30-EBFD7489374C}"/>
              </a:ext>
            </a:extLst>
          </p:cNvPr>
          <p:cNvSpPr txBox="1"/>
          <p:nvPr/>
        </p:nvSpPr>
        <p:spPr>
          <a:xfrm>
            <a:off x="5334000" y="5237246"/>
            <a:ext cx="705907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200" dirty="0" err="1">
                <a:solidFill>
                  <a:srgbClr val="FFFFFF"/>
                </a:solidFill>
                <a:latin typeface="Futura" panose="020B0604020202020204" charset="0"/>
              </a:rPr>
              <a:t>Intervalo</a:t>
            </a:r>
            <a:endParaRPr sz="3200" dirty="0">
              <a:solidFill>
                <a:srgbClr val="FFFFFF"/>
              </a:solidFill>
              <a:latin typeface="Futura" panose="020B060402020202020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DED950-36D7-C107-2781-C8A3AA575032}"/>
              </a:ext>
            </a:extLst>
          </p:cNvPr>
          <p:cNvSpPr txBox="1"/>
          <p:nvPr/>
        </p:nvSpPr>
        <p:spPr>
          <a:xfrm>
            <a:off x="1581102" y="5755140"/>
            <a:ext cx="2914698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200" b="1" dirty="0">
                <a:solidFill>
                  <a:srgbClr val="FABF00"/>
                </a:solidFill>
                <a:latin typeface="Futura" panose="020B0604020202020204" charset="0"/>
              </a:rPr>
              <a:t>10:30–11:35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83389F-CDC4-F493-E807-E30B3920FFDF}"/>
              </a:ext>
            </a:extLst>
          </p:cNvPr>
          <p:cNvSpPr txBox="1"/>
          <p:nvPr/>
        </p:nvSpPr>
        <p:spPr>
          <a:xfrm>
            <a:off x="5334000" y="5765616"/>
            <a:ext cx="705907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200" dirty="0" err="1">
                <a:solidFill>
                  <a:srgbClr val="FFFFFF"/>
                </a:solidFill>
                <a:latin typeface="Futura" panose="020B0604020202020204" charset="0"/>
              </a:rPr>
              <a:t>Temperatura</a:t>
            </a:r>
            <a:r>
              <a:rPr sz="3200" dirty="0">
                <a:solidFill>
                  <a:srgbClr val="FFFFFF"/>
                </a:solidFill>
                <a:latin typeface="Futura" panose="020B0604020202020204" charset="0"/>
              </a:rPr>
              <a:t>, </a:t>
            </a:r>
            <a:r>
              <a:rPr sz="3200" dirty="0" err="1">
                <a:solidFill>
                  <a:srgbClr val="FFFFFF"/>
                </a:solidFill>
                <a:latin typeface="Futura" panose="020B0604020202020204" charset="0"/>
              </a:rPr>
              <a:t>potência</a:t>
            </a:r>
            <a:r>
              <a:rPr sz="3200" dirty="0">
                <a:solidFill>
                  <a:srgbClr val="FFFFFF"/>
                </a:solidFill>
                <a:latin typeface="Futura" panose="020B0604020202020204" charset="0"/>
              </a:rPr>
              <a:t> e curvas I–V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D7FBCB-CDA4-721C-CD25-FD0B04210FC3}"/>
              </a:ext>
            </a:extLst>
          </p:cNvPr>
          <p:cNvSpPr txBox="1"/>
          <p:nvPr/>
        </p:nvSpPr>
        <p:spPr>
          <a:xfrm>
            <a:off x="1581102" y="6259813"/>
            <a:ext cx="2762298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200" b="1" dirty="0">
                <a:solidFill>
                  <a:srgbClr val="FABF00"/>
                </a:solidFill>
                <a:latin typeface="Futura" panose="020B0604020202020204" charset="0"/>
              </a:rPr>
              <a:t>11:35–12:20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A67152-6836-2AC1-4B0B-49BB9AFEF67F}"/>
              </a:ext>
            </a:extLst>
          </p:cNvPr>
          <p:cNvSpPr txBox="1"/>
          <p:nvPr/>
        </p:nvSpPr>
        <p:spPr>
          <a:xfrm>
            <a:off x="5334000" y="6255373"/>
            <a:ext cx="705907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pt-BR" sz="3200" dirty="0">
                <a:solidFill>
                  <a:srgbClr val="FFFFFF"/>
                </a:solidFill>
                <a:latin typeface="Futura" panose="020B0604020202020204" charset="0"/>
              </a:rPr>
              <a:t>Perdas do Sistema e KPIs</a:t>
            </a:r>
            <a:endParaRPr sz="3200" dirty="0">
              <a:solidFill>
                <a:srgbClr val="FFFFFF"/>
              </a:solidFill>
              <a:latin typeface="Futura" panose="020B060402020202020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D89817-083A-A385-7D24-5A024C38C564}"/>
              </a:ext>
            </a:extLst>
          </p:cNvPr>
          <p:cNvSpPr txBox="1"/>
          <p:nvPr/>
        </p:nvSpPr>
        <p:spPr>
          <a:xfrm>
            <a:off x="1581102" y="6827143"/>
            <a:ext cx="2762298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200" b="1" dirty="0">
                <a:solidFill>
                  <a:srgbClr val="FABF00"/>
                </a:solidFill>
                <a:latin typeface="Futura" panose="020B0604020202020204" charset="0"/>
              </a:rPr>
              <a:t>12:20–12:30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AE504D-53D2-F1E2-901C-7CAD347E90EB}"/>
              </a:ext>
            </a:extLst>
          </p:cNvPr>
          <p:cNvSpPr txBox="1"/>
          <p:nvPr/>
        </p:nvSpPr>
        <p:spPr>
          <a:xfrm>
            <a:off x="5333999" y="6818131"/>
            <a:ext cx="10941056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pt-BR" sz="3200" dirty="0">
                <a:solidFill>
                  <a:srgbClr val="FFFFFF"/>
                </a:solidFill>
                <a:latin typeface="Futura" panose="020B0604020202020204" charset="0"/>
              </a:rPr>
              <a:t>GitHub Didático da Unicamp: IT-306 </a:t>
            </a:r>
            <a:r>
              <a:rPr lang="pt-BR" sz="3200" dirty="0" err="1">
                <a:solidFill>
                  <a:srgbClr val="FFFFFF"/>
                </a:solidFill>
                <a:latin typeface="Futura" panose="020B0604020202020204" charset="0"/>
              </a:rPr>
              <a:t>Photovoltaic</a:t>
            </a:r>
            <a:r>
              <a:rPr lang="pt-BR" sz="3200" dirty="0">
                <a:solidFill>
                  <a:srgbClr val="FFFFFF"/>
                </a:solidFill>
                <a:latin typeface="Futura" panose="020B0604020202020204" charset="0"/>
              </a:rPr>
              <a:t> </a:t>
            </a:r>
            <a:r>
              <a:rPr lang="pt-BR" sz="3200" dirty="0" err="1">
                <a:solidFill>
                  <a:srgbClr val="FFFFFF"/>
                </a:solidFill>
                <a:latin typeface="Futura" panose="020B0604020202020204" charset="0"/>
              </a:rPr>
              <a:t>Modeling</a:t>
            </a:r>
            <a:endParaRPr sz="3200" dirty="0">
              <a:solidFill>
                <a:srgbClr val="FFFFFF"/>
              </a:solidFill>
              <a:latin typeface="Futura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0" y="18288000"/>
                </a:ln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56" r="-906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2930085"/>
            <a:ext cx="18317499" cy="3490751"/>
          </a:xfrm>
          <a:custGeom>
            <a:avLst/>
            <a:gdLst/>
            <a:ahLst/>
            <a:cxnLst/>
            <a:rect l="l" t="t" r="r" b="b"/>
            <a:pathLst>
              <a:path w="18317499" h="3490751">
                <a:moveTo>
                  <a:pt x="0" y="0"/>
                </a:moveTo>
                <a:lnTo>
                  <a:pt x="18317499" y="0"/>
                </a:lnTo>
                <a:lnTo>
                  <a:pt x="18317499" y="3490751"/>
                </a:lnTo>
                <a:lnTo>
                  <a:pt x="0" y="3490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09599" y="4281858"/>
            <a:ext cx="17068799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 spc="642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ECOSSISTEMA PYTHON PARA ENERGIA SOLAR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267642" y="9330309"/>
            <a:ext cx="2133600" cy="956691"/>
            <a:chOff x="0" y="0"/>
            <a:chExt cx="2844800" cy="12755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4800" cy="1275592"/>
            </a:xfrm>
            <a:custGeom>
              <a:avLst/>
              <a:gdLst/>
              <a:ahLst/>
              <a:cxnLst/>
              <a:rect l="l" t="t" r="r" b="b"/>
              <a:pathLst>
                <a:path w="2844800" h="1275592">
                  <a:moveTo>
                    <a:pt x="0" y="0"/>
                  </a:moveTo>
                  <a:lnTo>
                    <a:pt x="2844800" y="0"/>
                  </a:lnTo>
                  <a:lnTo>
                    <a:pt x="2844800" y="1275592"/>
                  </a:lnTo>
                  <a:lnTo>
                    <a:pt x="0" y="1275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372" b="374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844800" cy="1275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799"/>
                </a:lnSpc>
              </a:pPr>
              <a:r>
                <a:rPr lang="en-US" sz="3999" spc="475">
                  <a:solidFill>
                    <a:srgbClr val="CACACA"/>
                  </a:solidFill>
                  <a:latin typeface="Oswald"/>
                  <a:ea typeface="Oswald"/>
                  <a:cs typeface="Oswald"/>
                  <a:sym typeface="Oswald"/>
                </a:rPr>
                <a:t>7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467376"/>
            <a:ext cx="4152900" cy="1161941"/>
            <a:chOff x="0" y="-66675"/>
            <a:chExt cx="5537199" cy="1549255"/>
          </a:xfrm>
        </p:grpSpPr>
        <p:grpSp>
          <p:nvGrpSpPr>
            <p:cNvPr id="9" name="Group 9"/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80589" y="-66675"/>
              <a:ext cx="3056610" cy="7180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80589" y="559677"/>
              <a:ext cx="3056610" cy="9229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472500" y="517382"/>
            <a:ext cx="3961967" cy="1022636"/>
            <a:chOff x="0" y="0"/>
            <a:chExt cx="5282622" cy="1363515"/>
          </a:xfrm>
        </p:grpSpPr>
        <p:sp>
          <p:nvSpPr>
            <p:cNvPr id="29" name="Freeform 29"/>
            <p:cNvSpPr/>
            <p:nvPr/>
          </p:nvSpPr>
          <p:spPr>
            <a:xfrm>
              <a:off x="3816366" y="0"/>
              <a:ext cx="1466256" cy="1363515"/>
            </a:xfrm>
            <a:custGeom>
              <a:avLst/>
              <a:gdLst/>
              <a:ahLst/>
              <a:cxnLst/>
              <a:rect l="l" t="t" r="r" b="b"/>
              <a:pathLst>
                <a:path w="1466256" h="1363515">
                  <a:moveTo>
                    <a:pt x="0" y="0"/>
                  </a:moveTo>
                  <a:lnTo>
                    <a:pt x="1466256" y="0"/>
                  </a:lnTo>
                  <a:lnTo>
                    <a:pt x="1466256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0593" t="-36322" r="-337402" b="-40583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2526954" y="0"/>
              <a:ext cx="1209785" cy="1363515"/>
            </a:xfrm>
            <a:custGeom>
              <a:avLst/>
              <a:gdLst/>
              <a:ahLst/>
              <a:cxnLst/>
              <a:rect l="l" t="t" r="r" b="b"/>
              <a:pathLst>
                <a:path w="1209785" h="1363515">
                  <a:moveTo>
                    <a:pt x="0" y="0"/>
                  </a:moveTo>
                  <a:lnTo>
                    <a:pt x="1209785" y="0"/>
                  </a:lnTo>
                  <a:lnTo>
                    <a:pt x="1209785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318590" y="0"/>
              <a:ext cx="1035931" cy="1363515"/>
            </a:xfrm>
            <a:custGeom>
              <a:avLst/>
              <a:gdLst/>
              <a:ahLst/>
              <a:cxnLst/>
              <a:rect l="l" t="t" r="r" b="b"/>
              <a:pathLst>
                <a:path w="1035931" h="1363515">
                  <a:moveTo>
                    <a:pt x="0" y="0"/>
                  </a:moveTo>
                  <a:lnTo>
                    <a:pt x="1035931" y="0"/>
                  </a:lnTo>
                  <a:lnTo>
                    <a:pt x="1035931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107502"/>
              <a:ext cx="1318590" cy="1256013"/>
            </a:xfrm>
            <a:custGeom>
              <a:avLst/>
              <a:gdLst/>
              <a:ahLst/>
              <a:cxnLst/>
              <a:rect l="l" t="t" r="r" b="b"/>
              <a:pathLst>
                <a:path w="1318590" h="1256013">
                  <a:moveTo>
                    <a:pt x="0" y="0"/>
                  </a:moveTo>
                  <a:lnTo>
                    <a:pt x="1318590" y="0"/>
                  </a:lnTo>
                  <a:lnTo>
                    <a:pt x="1318590" y="1256013"/>
                  </a:lnTo>
                  <a:lnTo>
                    <a:pt x="0" y="12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7051" t="-52359" r="-231893" b="-537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0"/>
            <a:ext cx="18288000" cy="218306"/>
            <a:chOff x="0" y="0"/>
            <a:chExt cx="24384000" cy="291074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3048000" cy="291074"/>
              <a:chOff x="0" y="0"/>
              <a:chExt cx="372945" cy="3561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3048000" y="0"/>
              <a:ext cx="3048000" cy="291074"/>
              <a:chOff x="0" y="0"/>
              <a:chExt cx="372945" cy="3561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096000" y="0"/>
              <a:ext cx="3048000" cy="291074"/>
              <a:chOff x="0" y="0"/>
              <a:chExt cx="372945" cy="3561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9144000" y="0"/>
              <a:ext cx="3048000" cy="291074"/>
              <a:chOff x="0" y="0"/>
              <a:chExt cx="372945" cy="3561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12192000" y="0"/>
              <a:ext cx="3048000" cy="291074"/>
              <a:chOff x="0" y="0"/>
              <a:chExt cx="372945" cy="3561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5240000" y="0"/>
              <a:ext cx="3048000" cy="291074"/>
              <a:chOff x="0" y="0"/>
              <a:chExt cx="372945" cy="3561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8288000" y="0"/>
              <a:ext cx="3048000" cy="291074"/>
              <a:chOff x="0" y="0"/>
              <a:chExt cx="372945" cy="3561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21336000" y="0"/>
              <a:ext cx="3048000" cy="291074"/>
              <a:chOff x="0" y="0"/>
              <a:chExt cx="372945" cy="3561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4CF86-D096-7E57-9EC4-D0096082B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1FE703-4976-281D-3596-684E84B3FCC6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1598BBA-5F8C-AA61-72B1-D53CFB03194D}"/>
              </a:ext>
            </a:extLst>
          </p:cNvPr>
          <p:cNvGrpSpPr/>
          <p:nvPr/>
        </p:nvGrpSpPr>
        <p:grpSpPr>
          <a:xfrm>
            <a:off x="15125700" y="9258300"/>
            <a:ext cx="2133600" cy="956691"/>
            <a:chOff x="0" y="0"/>
            <a:chExt cx="2844800" cy="127558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F50727E-3ADD-BB62-2B72-2FFCA3C4A3DE}"/>
                </a:ext>
              </a:extLst>
            </p:cNvPr>
            <p:cNvSpPr/>
            <p:nvPr/>
          </p:nvSpPr>
          <p:spPr>
            <a:xfrm>
              <a:off x="0" y="0"/>
              <a:ext cx="2844800" cy="1275592"/>
            </a:xfrm>
            <a:custGeom>
              <a:avLst/>
              <a:gdLst/>
              <a:ahLst/>
              <a:cxnLst/>
              <a:rect l="l" t="t" r="r" b="b"/>
              <a:pathLst>
                <a:path w="2844800" h="1275592">
                  <a:moveTo>
                    <a:pt x="0" y="0"/>
                  </a:moveTo>
                  <a:lnTo>
                    <a:pt x="2844800" y="0"/>
                  </a:lnTo>
                  <a:lnTo>
                    <a:pt x="2844800" y="1275592"/>
                  </a:lnTo>
                  <a:lnTo>
                    <a:pt x="0" y="1275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372" b="374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220E431-E053-C997-1B0D-FD1B7187ABCC}"/>
                </a:ext>
              </a:extLst>
            </p:cNvPr>
            <p:cNvSpPr txBox="1"/>
            <p:nvPr/>
          </p:nvSpPr>
          <p:spPr>
            <a:xfrm>
              <a:off x="0" y="0"/>
              <a:ext cx="2844800" cy="1275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799"/>
                </a:lnSpc>
              </a:pPr>
              <a:r>
                <a:rPr lang="en-US" sz="3999">
                  <a:solidFill>
                    <a:srgbClr val="CACACA"/>
                  </a:solidFill>
                  <a:latin typeface="Oswald"/>
                  <a:ea typeface="Oswald"/>
                  <a:cs typeface="Oswald"/>
                  <a:sym typeface="Oswald"/>
                </a:rPr>
                <a:t>15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0003CB4-9036-22C0-2CA4-0B24C82E0092}"/>
              </a:ext>
            </a:extLst>
          </p:cNvPr>
          <p:cNvGrpSpPr/>
          <p:nvPr/>
        </p:nvGrpSpPr>
        <p:grpSpPr>
          <a:xfrm>
            <a:off x="6836385" y="8908910"/>
            <a:ext cx="46152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6A85FBA-5292-D78E-D735-F1BB01D47430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8188543-2255-F44C-3974-C8567FC727E5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1A74115-A91A-7B9E-02F7-3B17B93AD421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25143705-5515-0F04-E286-22E7B09BA102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87BAD550-8E25-3E20-AA93-4351D4C03BF8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DEFBBA3F-88D4-CB06-510D-158462711AB8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9E43C1B6-B90C-31B8-1476-A7B7B55CAB11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64C43B6F-1D7B-92E3-FE73-CC10CC9203AD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B11C1AFB-D670-A6A7-DD61-A6292CB724CA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5C3F8F8-E28F-9EBF-BD9C-83241DD2CCA9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D88C9983-BFE9-68AA-7703-6700EE069F48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4301794-3007-8237-68FC-818F4BBDE975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73BF2A48-1063-14FC-FD4D-EDCD81306A23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64DA3945-C010-1186-CE7D-F5BA69596F69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24264EBB-A945-63EB-78ED-90531B39C998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78D1BFED-ED9C-6642-C41F-B88D6F11E41A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71F50C0B-3AE7-2495-D176-A8E58083ADDA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1A012DEF-275D-E679-DC20-B520B9924F2D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D7992244-F3F7-9463-54A9-BC3D9C9B78B4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FADCA0D-E81B-ED21-4A7E-6A82F160742A}"/>
              </a:ext>
            </a:extLst>
          </p:cNvPr>
          <p:cNvSpPr txBox="1"/>
          <p:nvPr/>
        </p:nvSpPr>
        <p:spPr>
          <a:xfrm>
            <a:off x="1234440" y="987553"/>
            <a:ext cx="15087600" cy="729430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4200" b="1" dirty="0">
                <a:solidFill>
                  <a:srgbClr val="233E6F"/>
                </a:solidFill>
                <a:latin typeface="Futura" panose="020B0604020202020204" charset="0"/>
              </a:rPr>
              <a:t>O “</a:t>
            </a:r>
            <a:r>
              <a:rPr sz="4200" b="1" dirty="0" err="1">
                <a:solidFill>
                  <a:srgbClr val="233E6F"/>
                </a:solidFill>
                <a:latin typeface="Futura" panose="020B0604020202020204" charset="0"/>
              </a:rPr>
              <a:t>mundo</a:t>
            </a:r>
            <a:r>
              <a:rPr sz="4200" b="1" dirty="0">
                <a:solidFill>
                  <a:srgbClr val="233E6F"/>
                </a:solidFill>
                <a:latin typeface="Futura" panose="020B0604020202020204" charset="0"/>
              </a:rPr>
              <a:t>” da </a:t>
            </a:r>
            <a:r>
              <a:rPr sz="4200" b="1" dirty="0" err="1">
                <a:solidFill>
                  <a:srgbClr val="233E6F"/>
                </a:solidFill>
                <a:latin typeface="Futura" panose="020B0604020202020204" charset="0"/>
              </a:rPr>
              <a:t>energia</a:t>
            </a:r>
            <a:r>
              <a:rPr sz="4200" b="1" dirty="0">
                <a:solidFill>
                  <a:srgbClr val="233E6F"/>
                </a:solidFill>
                <a:latin typeface="Futura" panose="020B0604020202020204" charset="0"/>
              </a:rPr>
              <a:t> solar </a:t>
            </a:r>
            <a:r>
              <a:rPr sz="4200" b="1" dirty="0" err="1">
                <a:solidFill>
                  <a:srgbClr val="233E6F"/>
                </a:solidFill>
                <a:latin typeface="Futura" panose="020B0604020202020204" charset="0"/>
              </a:rPr>
              <a:t>em</a:t>
            </a:r>
            <a:r>
              <a:rPr sz="4200" b="1" dirty="0">
                <a:solidFill>
                  <a:srgbClr val="233E6F"/>
                </a:solidFill>
                <a:latin typeface="Futura" panose="020B0604020202020204" charset="0"/>
              </a:rPr>
              <a:t> Python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26252B-3C17-40B2-4C46-A4C6362EDDE2}"/>
              </a:ext>
            </a:extLst>
          </p:cNvPr>
          <p:cNvSpPr/>
          <p:nvPr/>
        </p:nvSpPr>
        <p:spPr>
          <a:xfrm>
            <a:off x="1234440" y="1988820"/>
            <a:ext cx="1440180" cy="68580"/>
          </a:xfrm>
          <a:prstGeom prst="rect">
            <a:avLst/>
          </a:prstGeom>
          <a:solidFill>
            <a:srgbClr val="FA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36" name="Rounded Rectangle 7">
            <a:extLst>
              <a:ext uri="{FF2B5EF4-FFF2-40B4-BE49-F238E27FC236}">
                <a16:creationId xmlns:a16="http://schemas.microsoft.com/office/drawing/2014/main" id="{41BB6222-BE25-BBE1-D94B-EC88F0C0FB0E}"/>
              </a:ext>
            </a:extLst>
          </p:cNvPr>
          <p:cNvSpPr/>
          <p:nvPr/>
        </p:nvSpPr>
        <p:spPr>
          <a:xfrm>
            <a:off x="1165860" y="2400300"/>
            <a:ext cx="3909060" cy="3634740"/>
          </a:xfrm>
          <a:prstGeom prst="roundRect">
            <a:avLst/>
          </a:prstGeom>
          <a:solidFill>
            <a:srgbClr val="F3F6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81A2D53A-32D7-85F1-F205-4B98D82661E8}"/>
              </a:ext>
            </a:extLst>
          </p:cNvPr>
          <p:cNvSpPr/>
          <p:nvPr/>
        </p:nvSpPr>
        <p:spPr>
          <a:xfrm>
            <a:off x="1165860" y="2400300"/>
            <a:ext cx="3909060" cy="713232"/>
          </a:xfrm>
          <a:prstGeom prst="roundRect">
            <a:avLst/>
          </a:prstGeom>
          <a:solidFill>
            <a:srgbClr val="FA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69B01E-A10E-044A-4C08-C38AE4D6C4FA}"/>
              </a:ext>
            </a:extLst>
          </p:cNvPr>
          <p:cNvSpPr txBox="1"/>
          <p:nvPr/>
        </p:nvSpPr>
        <p:spPr>
          <a:xfrm>
            <a:off x="1275588" y="2564892"/>
            <a:ext cx="3689604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Futura" panose="020B0604020202020204" charset="0"/>
              </a:rPr>
              <a:t>MODELAGEM FV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641FA4-2B9C-65B1-3169-565C7A6D73D0}"/>
              </a:ext>
            </a:extLst>
          </p:cNvPr>
          <p:cNvSpPr txBox="1"/>
          <p:nvPr/>
        </p:nvSpPr>
        <p:spPr>
          <a:xfrm>
            <a:off x="1357884" y="3943448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sz="2400" dirty="0" err="1">
                <a:solidFill>
                  <a:srgbClr val="233E6F"/>
                </a:solidFill>
                <a:latin typeface="Futura" panose="020B0604020202020204" charset="0"/>
              </a:rPr>
              <a:t>pvfactors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7A73AE-6B6A-346C-25B3-02E172A5D3E0}"/>
              </a:ext>
            </a:extLst>
          </p:cNvPr>
          <p:cNvSpPr txBox="1"/>
          <p:nvPr/>
        </p:nvSpPr>
        <p:spPr>
          <a:xfrm>
            <a:off x="1357884" y="4656680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PySAM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48" name="Rounded Rectangle 13">
            <a:extLst>
              <a:ext uri="{FF2B5EF4-FFF2-40B4-BE49-F238E27FC236}">
                <a16:creationId xmlns:a16="http://schemas.microsoft.com/office/drawing/2014/main" id="{BF03FCC4-2EC1-E2A3-7949-2823A032D047}"/>
              </a:ext>
            </a:extLst>
          </p:cNvPr>
          <p:cNvSpPr/>
          <p:nvPr/>
        </p:nvSpPr>
        <p:spPr>
          <a:xfrm>
            <a:off x="5417820" y="2400300"/>
            <a:ext cx="3909060" cy="3634740"/>
          </a:xfrm>
          <a:prstGeom prst="roundRect">
            <a:avLst/>
          </a:prstGeom>
          <a:solidFill>
            <a:srgbClr val="F3F6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50" name="Rounded Rectangle 14">
            <a:extLst>
              <a:ext uri="{FF2B5EF4-FFF2-40B4-BE49-F238E27FC236}">
                <a16:creationId xmlns:a16="http://schemas.microsoft.com/office/drawing/2014/main" id="{9D2ABD77-1672-03E7-CF67-847EFD995F21}"/>
              </a:ext>
            </a:extLst>
          </p:cNvPr>
          <p:cNvSpPr/>
          <p:nvPr/>
        </p:nvSpPr>
        <p:spPr>
          <a:xfrm>
            <a:off x="5417820" y="2400300"/>
            <a:ext cx="3909060" cy="713232"/>
          </a:xfrm>
          <a:prstGeom prst="roundRect">
            <a:avLst/>
          </a:prstGeom>
          <a:solidFill>
            <a:srgbClr val="2A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D005DB-3650-A9C7-8B8E-38CB03DD6652}"/>
              </a:ext>
            </a:extLst>
          </p:cNvPr>
          <p:cNvSpPr txBox="1"/>
          <p:nvPr/>
        </p:nvSpPr>
        <p:spPr>
          <a:xfrm>
            <a:off x="5527548" y="2564892"/>
            <a:ext cx="3689604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Futura" panose="020B0604020202020204" charset="0"/>
              </a:rPr>
              <a:t>DADOS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78577B-D718-D1F7-128F-897543102C4A}"/>
              </a:ext>
            </a:extLst>
          </p:cNvPr>
          <p:cNvSpPr txBox="1"/>
          <p:nvPr/>
        </p:nvSpPr>
        <p:spPr>
          <a:xfrm>
            <a:off x="5719572" y="3289055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sz="2400" dirty="0" err="1">
                <a:solidFill>
                  <a:srgbClr val="233E6F"/>
                </a:solidFill>
                <a:latin typeface="Futura" panose="020B0604020202020204" charset="0"/>
              </a:rPr>
              <a:t>pvlib.iotools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530B97-D339-E18E-C31A-43917AD48956}"/>
              </a:ext>
            </a:extLst>
          </p:cNvPr>
          <p:cNvSpPr txBox="1"/>
          <p:nvPr/>
        </p:nvSpPr>
        <p:spPr>
          <a:xfrm>
            <a:off x="5719572" y="3791484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SolarStations.Org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3145DE-94DB-39E1-D62A-CC00503B7D98}"/>
              </a:ext>
            </a:extLst>
          </p:cNvPr>
          <p:cNvSpPr txBox="1"/>
          <p:nvPr/>
        </p:nvSpPr>
        <p:spPr>
          <a:xfrm>
            <a:off x="5719572" y="4317959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pandas</a:t>
            </a:r>
          </a:p>
        </p:txBody>
      </p:sp>
      <p:sp>
        <p:nvSpPr>
          <p:cNvPr id="60" name="Rounded Rectangle 19">
            <a:extLst>
              <a:ext uri="{FF2B5EF4-FFF2-40B4-BE49-F238E27FC236}">
                <a16:creationId xmlns:a16="http://schemas.microsoft.com/office/drawing/2014/main" id="{4D1A4E29-4A41-4397-AACE-4CC57B48CA32}"/>
              </a:ext>
            </a:extLst>
          </p:cNvPr>
          <p:cNvSpPr/>
          <p:nvPr/>
        </p:nvSpPr>
        <p:spPr>
          <a:xfrm>
            <a:off x="9669780" y="2400300"/>
            <a:ext cx="3909060" cy="3634740"/>
          </a:xfrm>
          <a:prstGeom prst="roundRect">
            <a:avLst/>
          </a:prstGeom>
          <a:solidFill>
            <a:srgbClr val="F3F6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62" name="Rounded Rectangle 20">
            <a:extLst>
              <a:ext uri="{FF2B5EF4-FFF2-40B4-BE49-F238E27FC236}">
                <a16:creationId xmlns:a16="http://schemas.microsoft.com/office/drawing/2014/main" id="{50457350-1810-2DC5-4F75-D317E5D6FE1A}"/>
              </a:ext>
            </a:extLst>
          </p:cNvPr>
          <p:cNvSpPr/>
          <p:nvPr/>
        </p:nvSpPr>
        <p:spPr>
          <a:xfrm>
            <a:off x="9669780" y="2400300"/>
            <a:ext cx="3909060" cy="713232"/>
          </a:xfrm>
          <a:prstGeom prst="roundRect">
            <a:avLst/>
          </a:prstGeom>
          <a:solidFill>
            <a:srgbClr val="F72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B738C10-121F-107F-4201-E9CC86074C5D}"/>
              </a:ext>
            </a:extLst>
          </p:cNvPr>
          <p:cNvSpPr txBox="1"/>
          <p:nvPr/>
        </p:nvSpPr>
        <p:spPr>
          <a:xfrm>
            <a:off x="9779508" y="2564892"/>
            <a:ext cx="3689604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Futura" panose="020B0604020202020204" charset="0"/>
              </a:rPr>
              <a:t>QUALIDADE &amp; O&amp;M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303D53E-DE6E-DB81-3951-6AF943A2B3E8}"/>
              </a:ext>
            </a:extLst>
          </p:cNvPr>
          <p:cNvSpPr txBox="1"/>
          <p:nvPr/>
        </p:nvSpPr>
        <p:spPr>
          <a:xfrm>
            <a:off x="9916668" y="3470148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sz="2400" dirty="0" err="1">
                <a:solidFill>
                  <a:srgbClr val="233E6F"/>
                </a:solidFill>
                <a:latin typeface="Futura" panose="020B0604020202020204" charset="0"/>
              </a:rPr>
              <a:t>pvanalytics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0D13DB3-495D-45D5-4855-DCA847F70602}"/>
              </a:ext>
            </a:extLst>
          </p:cNvPr>
          <p:cNvSpPr txBox="1"/>
          <p:nvPr/>
        </p:nvSpPr>
        <p:spPr>
          <a:xfrm>
            <a:off x="9916668" y="4183380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Assessing Solar</a:t>
            </a:r>
          </a:p>
        </p:txBody>
      </p:sp>
      <p:sp>
        <p:nvSpPr>
          <p:cNvPr id="72" name="Rounded Rectangle 25">
            <a:extLst>
              <a:ext uri="{FF2B5EF4-FFF2-40B4-BE49-F238E27FC236}">
                <a16:creationId xmlns:a16="http://schemas.microsoft.com/office/drawing/2014/main" id="{74836C10-3D6F-B9CE-5E8D-8241234C5CC0}"/>
              </a:ext>
            </a:extLst>
          </p:cNvPr>
          <p:cNvSpPr/>
          <p:nvPr/>
        </p:nvSpPr>
        <p:spPr>
          <a:xfrm>
            <a:off x="13921740" y="2400300"/>
            <a:ext cx="3223260" cy="3634740"/>
          </a:xfrm>
          <a:prstGeom prst="roundRect">
            <a:avLst/>
          </a:prstGeom>
          <a:solidFill>
            <a:srgbClr val="F3F6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74" name="Rounded Rectangle 26">
            <a:extLst>
              <a:ext uri="{FF2B5EF4-FFF2-40B4-BE49-F238E27FC236}">
                <a16:creationId xmlns:a16="http://schemas.microsoft.com/office/drawing/2014/main" id="{AA606CB5-CC0C-951E-C78C-CC063FB63518}"/>
              </a:ext>
            </a:extLst>
          </p:cNvPr>
          <p:cNvSpPr/>
          <p:nvPr/>
        </p:nvSpPr>
        <p:spPr>
          <a:xfrm>
            <a:off x="13921740" y="2400300"/>
            <a:ext cx="3223260" cy="713232"/>
          </a:xfrm>
          <a:prstGeom prst="roundRect">
            <a:avLst/>
          </a:prstGeom>
          <a:solidFill>
            <a:srgbClr val="23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E513E4-164A-936D-8B59-BB5A76457DD9}"/>
              </a:ext>
            </a:extLst>
          </p:cNvPr>
          <p:cNvSpPr txBox="1"/>
          <p:nvPr/>
        </p:nvSpPr>
        <p:spPr>
          <a:xfrm>
            <a:off x="14032992" y="2375139"/>
            <a:ext cx="3003804" cy="821763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lang="pt-BR" sz="2400" b="1" dirty="0">
                <a:solidFill>
                  <a:srgbClr val="FFFFFF"/>
                </a:solidFill>
                <a:latin typeface="Futura" panose="020B0604020202020204" charset="0"/>
              </a:rPr>
              <a:t>PRODUTOS COMERCIAIS</a:t>
            </a:r>
            <a:endParaRPr sz="2400" b="1" dirty="0">
              <a:solidFill>
                <a:srgbClr val="FFFFFF"/>
              </a:solidFill>
              <a:latin typeface="Futura" panose="020B060402020202020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4C5F89F-7E18-E708-F3DB-8237AD28FBD0}"/>
              </a:ext>
            </a:extLst>
          </p:cNvPr>
          <p:cNvSpPr txBox="1"/>
          <p:nvPr/>
        </p:nvSpPr>
        <p:spPr>
          <a:xfrm>
            <a:off x="14127480" y="3392378"/>
            <a:ext cx="28117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PVsyst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6BA0EEC-1935-389D-71B7-97300703C6CE}"/>
              </a:ext>
            </a:extLst>
          </p:cNvPr>
          <p:cNvSpPr txBox="1"/>
          <p:nvPr/>
        </p:nvSpPr>
        <p:spPr>
          <a:xfrm>
            <a:off x="14116050" y="3823189"/>
            <a:ext cx="28117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PVsol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2BA3D56-0ABF-1841-9E28-5005BD115C5D}"/>
              </a:ext>
            </a:extLst>
          </p:cNvPr>
          <p:cNvSpPr txBox="1"/>
          <p:nvPr/>
        </p:nvSpPr>
        <p:spPr>
          <a:xfrm>
            <a:off x="14116050" y="4307020"/>
            <a:ext cx="333756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• SAM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D968DB6-01FF-2CBE-5418-FC9A8DF5A638}"/>
              </a:ext>
            </a:extLst>
          </p:cNvPr>
          <p:cNvSpPr txBox="1"/>
          <p:nvPr/>
        </p:nvSpPr>
        <p:spPr>
          <a:xfrm>
            <a:off x="1440180" y="6858001"/>
            <a:ext cx="15224760" cy="521681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850" b="1" dirty="0">
                <a:solidFill>
                  <a:srgbClr val="233E6F"/>
                </a:solidFill>
                <a:latin typeface="Futura" panose="020B0604020202020204" charset="0"/>
              </a:rPr>
              <a:t>Python </a:t>
            </a:r>
            <a:r>
              <a:rPr sz="2850" b="1" dirty="0" err="1">
                <a:solidFill>
                  <a:srgbClr val="233E6F"/>
                </a:solidFill>
                <a:latin typeface="Futura" panose="020B0604020202020204" charset="0"/>
              </a:rPr>
              <a:t>conecta</a:t>
            </a:r>
            <a:r>
              <a:rPr sz="2850" b="1" dirty="0">
                <a:solidFill>
                  <a:srgbClr val="233E6F"/>
                </a:solidFill>
                <a:latin typeface="Futura" panose="020B0604020202020204" charset="0"/>
              </a:rPr>
              <a:t> dados, </a:t>
            </a:r>
            <a:r>
              <a:rPr sz="2850" b="1" dirty="0" err="1">
                <a:solidFill>
                  <a:srgbClr val="233E6F"/>
                </a:solidFill>
                <a:latin typeface="Futura" panose="020B0604020202020204" charset="0"/>
              </a:rPr>
              <a:t>física</a:t>
            </a:r>
            <a:r>
              <a:rPr sz="2850" b="1" dirty="0">
                <a:solidFill>
                  <a:srgbClr val="233E6F"/>
                </a:solidFill>
                <a:latin typeface="Futura" panose="020B0604020202020204" charset="0"/>
              </a:rPr>
              <a:t>, </a:t>
            </a:r>
            <a:r>
              <a:rPr sz="2850" b="1" dirty="0" err="1">
                <a:solidFill>
                  <a:srgbClr val="233E6F"/>
                </a:solidFill>
                <a:latin typeface="Futura" panose="020B0604020202020204" charset="0"/>
              </a:rPr>
              <a:t>automação</a:t>
            </a:r>
            <a:r>
              <a:rPr sz="2850" b="1" dirty="0">
                <a:solidFill>
                  <a:srgbClr val="233E6F"/>
                </a:solidFill>
                <a:latin typeface="Futura" panose="020B0604020202020204" charset="0"/>
              </a:rPr>
              <a:t> e </a:t>
            </a:r>
            <a:r>
              <a:rPr sz="2850" b="1" dirty="0" err="1">
                <a:solidFill>
                  <a:srgbClr val="233E6F"/>
                </a:solidFill>
                <a:latin typeface="Futura" panose="020B0604020202020204" charset="0"/>
              </a:rPr>
              <a:t>análise</a:t>
            </a:r>
            <a:r>
              <a:rPr sz="2850" b="1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r>
              <a:rPr sz="2850" b="1" dirty="0" err="1">
                <a:solidFill>
                  <a:srgbClr val="233E6F"/>
                </a:solidFill>
                <a:latin typeface="Futura" panose="020B0604020202020204" charset="0"/>
              </a:rPr>
              <a:t>em</a:t>
            </a:r>
            <a:r>
              <a:rPr sz="2850" b="1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r>
              <a:rPr sz="2850" b="1" dirty="0" err="1">
                <a:solidFill>
                  <a:srgbClr val="233E6F"/>
                </a:solidFill>
                <a:latin typeface="Futura" panose="020B0604020202020204" charset="0"/>
              </a:rPr>
              <a:t>uma</a:t>
            </a:r>
            <a:r>
              <a:rPr sz="2850" b="1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r>
              <a:rPr sz="2850" b="1" dirty="0" err="1">
                <a:solidFill>
                  <a:srgbClr val="233E6F"/>
                </a:solidFill>
                <a:latin typeface="Futura" panose="020B0604020202020204" charset="0"/>
              </a:rPr>
              <a:t>mesma</a:t>
            </a:r>
            <a:r>
              <a:rPr sz="2850" b="1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r>
              <a:rPr sz="2850" b="1" dirty="0" err="1">
                <a:solidFill>
                  <a:srgbClr val="233E6F"/>
                </a:solidFill>
                <a:latin typeface="Futura" panose="020B0604020202020204" charset="0"/>
              </a:rPr>
              <a:t>cadeia</a:t>
            </a:r>
            <a:r>
              <a:rPr sz="2850" b="1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r>
              <a:rPr sz="2850" b="1" dirty="0" err="1">
                <a:solidFill>
                  <a:srgbClr val="233E6F"/>
                </a:solidFill>
                <a:latin typeface="Futura" panose="020B0604020202020204" charset="0"/>
              </a:rPr>
              <a:t>reproduzível</a:t>
            </a:r>
            <a:r>
              <a:rPr sz="2850" b="1" dirty="0">
                <a:solidFill>
                  <a:srgbClr val="233E6F"/>
                </a:solidFill>
                <a:latin typeface="Futura" panose="020B0604020202020204" charset="0"/>
              </a:rPr>
              <a:t>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74FB6CC-E152-5BCB-4872-2C78D2B8B4AB}"/>
              </a:ext>
            </a:extLst>
          </p:cNvPr>
          <p:cNvSpPr txBox="1"/>
          <p:nvPr/>
        </p:nvSpPr>
        <p:spPr>
          <a:xfrm>
            <a:off x="1348740" y="5281331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bifacial_radiance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A2F88F2-1959-6F97-4EA8-90E01F3CE403}"/>
              </a:ext>
            </a:extLst>
          </p:cNvPr>
          <p:cNvSpPr txBox="1"/>
          <p:nvPr/>
        </p:nvSpPr>
        <p:spPr>
          <a:xfrm>
            <a:off x="9875520" y="4966472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• Solar Data Tools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B656D6B-9169-DAE7-B927-7DC3F2FE9AFE}"/>
              </a:ext>
            </a:extLst>
          </p:cNvPr>
          <p:cNvSpPr txBox="1"/>
          <p:nvPr/>
        </p:nvSpPr>
        <p:spPr>
          <a:xfrm>
            <a:off x="14127480" y="4798362"/>
            <a:ext cx="333756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• HOMER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CA79CE6-6381-ED30-43E3-1B9A96880979}"/>
              </a:ext>
            </a:extLst>
          </p:cNvPr>
          <p:cNvSpPr txBox="1"/>
          <p:nvPr/>
        </p:nvSpPr>
        <p:spPr>
          <a:xfrm>
            <a:off x="14127480" y="5271220"/>
            <a:ext cx="333756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Helioscope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92E7140-264A-B563-0BF8-EC5A87E986C9}"/>
              </a:ext>
            </a:extLst>
          </p:cNvPr>
          <p:cNvSpPr txBox="1"/>
          <p:nvPr/>
        </p:nvSpPr>
        <p:spPr>
          <a:xfrm>
            <a:off x="1371600" y="3292837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pvlib-python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E19913D-173D-D8E2-B7B3-704DB620FABD}"/>
              </a:ext>
            </a:extLst>
          </p:cNvPr>
          <p:cNvSpPr txBox="1"/>
          <p:nvPr/>
        </p:nvSpPr>
        <p:spPr>
          <a:xfrm>
            <a:off x="5719572" y="4818827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Kaggle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195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6E38C-6A9B-93FD-141B-8F78D8A87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F29802-C79B-0046-7E31-F0C706EC5A64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FA432815-B4BF-693D-DE91-D20C06EE1BE2}"/>
              </a:ext>
            </a:extLst>
          </p:cNvPr>
          <p:cNvGrpSpPr/>
          <p:nvPr/>
        </p:nvGrpSpPr>
        <p:grpSpPr>
          <a:xfrm>
            <a:off x="15125700" y="9258300"/>
            <a:ext cx="2133600" cy="956691"/>
            <a:chOff x="0" y="0"/>
            <a:chExt cx="2844800" cy="127558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18457A7-6062-F9AC-F099-F6C48C042C86}"/>
                </a:ext>
              </a:extLst>
            </p:cNvPr>
            <p:cNvSpPr/>
            <p:nvPr/>
          </p:nvSpPr>
          <p:spPr>
            <a:xfrm>
              <a:off x="0" y="0"/>
              <a:ext cx="2844800" cy="1275592"/>
            </a:xfrm>
            <a:custGeom>
              <a:avLst/>
              <a:gdLst/>
              <a:ahLst/>
              <a:cxnLst/>
              <a:rect l="l" t="t" r="r" b="b"/>
              <a:pathLst>
                <a:path w="2844800" h="1275592">
                  <a:moveTo>
                    <a:pt x="0" y="0"/>
                  </a:moveTo>
                  <a:lnTo>
                    <a:pt x="2844800" y="0"/>
                  </a:lnTo>
                  <a:lnTo>
                    <a:pt x="2844800" y="1275592"/>
                  </a:lnTo>
                  <a:lnTo>
                    <a:pt x="0" y="1275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372" b="374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60F9892-695F-3DF7-77D7-1305CE5A244F}"/>
                </a:ext>
              </a:extLst>
            </p:cNvPr>
            <p:cNvSpPr txBox="1"/>
            <p:nvPr/>
          </p:nvSpPr>
          <p:spPr>
            <a:xfrm>
              <a:off x="0" y="0"/>
              <a:ext cx="2844800" cy="1275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799"/>
                </a:lnSpc>
              </a:pPr>
              <a:r>
                <a:rPr lang="en-US" sz="3999" dirty="0">
                  <a:solidFill>
                    <a:srgbClr val="CACACA"/>
                  </a:solidFill>
                  <a:latin typeface="Oswald"/>
                  <a:ea typeface="Oswald"/>
                  <a:cs typeface="Oswald"/>
                  <a:sym typeface="Oswald"/>
                </a:rPr>
                <a:t>15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3EBF289-21AE-5374-B604-5535547E598B}"/>
              </a:ext>
            </a:extLst>
          </p:cNvPr>
          <p:cNvGrpSpPr/>
          <p:nvPr/>
        </p:nvGrpSpPr>
        <p:grpSpPr>
          <a:xfrm>
            <a:off x="6836385" y="8908910"/>
            <a:ext cx="46152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F3CAAD4C-5DD5-F6E0-DA98-A4933E16AA2E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86C0AAE-473D-D3E3-2D79-481270322694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603BFF7-2F61-3573-6739-9A9B710DEFB2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14FC66FA-8880-1906-ED9E-FB6CE7451BC6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79F75523-87EC-0DAC-3507-73FCCCEFA767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656A532F-2EFE-6661-AFFC-BC4CD5A6B904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344F3A41-5794-5F7B-19F6-53B6D607F9A2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3A73AC04-DEE0-3F9E-0D73-1279F50F5A2F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69136BE6-BD11-0022-62D1-E7A5933ABE5C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9E867BB-C60C-96C2-E7A3-4869B5C3B475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910344F6-A780-D2BB-6088-8B8282A6C28C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2829599-ECA8-4C89-29BC-0689534858BD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1F54A678-AAFF-5963-B22E-4FE78F20663C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102AF2A0-6068-A754-4B25-9BD94466EE53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6E6211C6-2055-960F-7BA5-41B06B45FA47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571A98C2-2B66-0B4F-07FF-EC76FCBD101C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E108D13-558D-A90A-0455-2F57CDC959C9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4AD78ECC-E026-FB0D-87ED-88F2944400F3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7FA330A-890E-D146-25AF-C25B6A17C6C5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7F93E7D3-AB78-CACC-BCF1-E51D3EAB1AFD}"/>
              </a:ext>
            </a:extLst>
          </p:cNvPr>
          <p:cNvSpPr/>
          <p:nvPr/>
        </p:nvSpPr>
        <p:spPr>
          <a:xfrm>
            <a:off x="960120" y="754380"/>
            <a:ext cx="16322040" cy="77495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548B3E-7F47-92E5-75DF-AD333EF8A996}"/>
              </a:ext>
            </a:extLst>
          </p:cNvPr>
          <p:cNvSpPr txBox="1"/>
          <p:nvPr/>
        </p:nvSpPr>
        <p:spPr>
          <a:xfrm>
            <a:off x="1234440" y="987553"/>
            <a:ext cx="15087600" cy="729430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4200" b="1" dirty="0" err="1">
                <a:solidFill>
                  <a:srgbClr val="233E6F"/>
                </a:solidFill>
                <a:latin typeface="Futura" panose="020B0604020202020204" charset="0"/>
              </a:rPr>
              <a:t>Bibliotecas-chave</a:t>
            </a:r>
            <a:r>
              <a:rPr sz="4200" b="1" dirty="0">
                <a:solidFill>
                  <a:srgbClr val="233E6F"/>
                </a:solidFill>
                <a:latin typeface="Futura" panose="020B0604020202020204" charset="0"/>
              </a:rPr>
              <a:t> e o </a:t>
            </a:r>
            <a:r>
              <a:rPr sz="4200" b="1" dirty="0" err="1">
                <a:solidFill>
                  <a:srgbClr val="233E6F"/>
                </a:solidFill>
                <a:latin typeface="Futura" panose="020B0604020202020204" charset="0"/>
              </a:rPr>
              <a:t>problema</a:t>
            </a:r>
            <a:r>
              <a:rPr sz="4200" b="1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r>
              <a:rPr sz="4200" b="1" dirty="0" err="1">
                <a:solidFill>
                  <a:srgbClr val="233E6F"/>
                </a:solidFill>
                <a:latin typeface="Futura" panose="020B0604020202020204" charset="0"/>
              </a:rPr>
              <a:t>que</a:t>
            </a:r>
            <a:r>
              <a:rPr sz="4200" b="1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r>
              <a:rPr sz="4200" b="1" dirty="0" err="1">
                <a:solidFill>
                  <a:srgbClr val="233E6F"/>
                </a:solidFill>
                <a:latin typeface="Futura" panose="020B0604020202020204" charset="0"/>
              </a:rPr>
              <a:t>cada</a:t>
            </a:r>
            <a:r>
              <a:rPr sz="4200" b="1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r>
              <a:rPr sz="4200" b="1" dirty="0" err="1">
                <a:solidFill>
                  <a:srgbClr val="233E6F"/>
                </a:solidFill>
                <a:latin typeface="Futura" panose="020B0604020202020204" charset="0"/>
              </a:rPr>
              <a:t>uma</a:t>
            </a:r>
            <a:r>
              <a:rPr sz="4200" b="1" dirty="0">
                <a:solidFill>
                  <a:srgbClr val="233E6F"/>
                </a:solidFill>
                <a:latin typeface="Futura" panose="020B0604020202020204" charset="0"/>
              </a:rPr>
              <a:t> resolve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C388E7-FC77-6A46-9271-7105CD087659}"/>
              </a:ext>
            </a:extLst>
          </p:cNvPr>
          <p:cNvSpPr/>
          <p:nvPr/>
        </p:nvSpPr>
        <p:spPr>
          <a:xfrm>
            <a:off x="1234440" y="1988820"/>
            <a:ext cx="1440180" cy="68580"/>
          </a:xfrm>
          <a:prstGeom prst="rect">
            <a:avLst/>
          </a:prstGeom>
          <a:solidFill>
            <a:srgbClr val="FA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529D99-2D2B-63B4-5725-6A928558BA66}"/>
              </a:ext>
            </a:extLst>
          </p:cNvPr>
          <p:cNvSpPr/>
          <p:nvPr/>
        </p:nvSpPr>
        <p:spPr>
          <a:xfrm>
            <a:off x="1165860" y="2400300"/>
            <a:ext cx="3429000" cy="713232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CA2AFA-8EBB-88A3-8790-C9FC1FA2F600}"/>
              </a:ext>
            </a:extLst>
          </p:cNvPr>
          <p:cNvSpPr txBox="1"/>
          <p:nvPr/>
        </p:nvSpPr>
        <p:spPr>
          <a:xfrm>
            <a:off x="1234440" y="2578609"/>
            <a:ext cx="3291840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Futura" panose="020B0604020202020204" charset="0"/>
              </a:rPr>
              <a:t>Biblioteca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A2C23C-89E7-79A4-D76D-9685CF7B95AD}"/>
              </a:ext>
            </a:extLst>
          </p:cNvPr>
          <p:cNvSpPr/>
          <p:nvPr/>
        </p:nvSpPr>
        <p:spPr>
          <a:xfrm>
            <a:off x="4594860" y="2400300"/>
            <a:ext cx="5074920" cy="713232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9B2D70-286A-EDDE-3175-E3474BF7E0E5}"/>
              </a:ext>
            </a:extLst>
          </p:cNvPr>
          <p:cNvSpPr txBox="1"/>
          <p:nvPr/>
        </p:nvSpPr>
        <p:spPr>
          <a:xfrm>
            <a:off x="4663440" y="2578609"/>
            <a:ext cx="4937760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Futura" panose="020B0604020202020204" charset="0"/>
              </a:rPr>
              <a:t>Uso principal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0DFC7D7-8647-B9BA-B43D-7F41A151992A}"/>
              </a:ext>
            </a:extLst>
          </p:cNvPr>
          <p:cNvSpPr/>
          <p:nvPr/>
        </p:nvSpPr>
        <p:spPr>
          <a:xfrm>
            <a:off x="9669780" y="2400300"/>
            <a:ext cx="4800600" cy="713232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00AA4A-4A79-DB42-6EC5-CD36EE532429}"/>
              </a:ext>
            </a:extLst>
          </p:cNvPr>
          <p:cNvSpPr txBox="1"/>
          <p:nvPr/>
        </p:nvSpPr>
        <p:spPr>
          <a:xfrm>
            <a:off x="9738360" y="2578609"/>
            <a:ext cx="4663440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Futura" panose="020B0604020202020204" charset="0"/>
              </a:rPr>
              <a:t>Exemplo no curso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240E883-6605-3523-EA14-EBA11EB3311C}"/>
              </a:ext>
            </a:extLst>
          </p:cNvPr>
          <p:cNvSpPr/>
          <p:nvPr/>
        </p:nvSpPr>
        <p:spPr>
          <a:xfrm>
            <a:off x="14470380" y="2400300"/>
            <a:ext cx="2606040" cy="713232"/>
          </a:xfrm>
          <a:prstGeom prst="rect">
            <a:avLst/>
          </a:prstGeom>
          <a:solidFill>
            <a:srgbClr val="23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550398B-81F0-498C-B4D9-3604C8459847}"/>
              </a:ext>
            </a:extLst>
          </p:cNvPr>
          <p:cNvSpPr txBox="1"/>
          <p:nvPr/>
        </p:nvSpPr>
        <p:spPr>
          <a:xfrm>
            <a:off x="14538961" y="2578609"/>
            <a:ext cx="2468879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Futura" panose="020B0604020202020204" charset="0"/>
              </a:rPr>
              <a:t>Mensagem-chave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1CC9F3D-E620-C8FB-72B3-811BFD0EF838}"/>
              </a:ext>
            </a:extLst>
          </p:cNvPr>
          <p:cNvSpPr/>
          <p:nvPr/>
        </p:nvSpPr>
        <p:spPr>
          <a:xfrm>
            <a:off x="1165860" y="3182112"/>
            <a:ext cx="3429000" cy="850392"/>
          </a:xfrm>
          <a:prstGeom prst="rect">
            <a:avLst/>
          </a:prstGeom>
          <a:solidFill>
            <a:srgbClr val="F7F9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A053BF8-D322-E624-61C0-8EF9C9F8AD3F}"/>
              </a:ext>
            </a:extLst>
          </p:cNvPr>
          <p:cNvSpPr txBox="1"/>
          <p:nvPr/>
        </p:nvSpPr>
        <p:spPr>
          <a:xfrm>
            <a:off x="1275588" y="3346705"/>
            <a:ext cx="320954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pvlib-python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BEA5627-0A50-5F44-D09B-CD145574A4EA}"/>
              </a:ext>
            </a:extLst>
          </p:cNvPr>
          <p:cNvSpPr/>
          <p:nvPr/>
        </p:nvSpPr>
        <p:spPr>
          <a:xfrm>
            <a:off x="4594860" y="3182112"/>
            <a:ext cx="5074920" cy="850392"/>
          </a:xfrm>
          <a:prstGeom prst="rect">
            <a:avLst/>
          </a:prstGeom>
          <a:solidFill>
            <a:srgbClr val="F7F9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ECA8E3-F630-1EAB-68AC-C84C6860390A}"/>
              </a:ext>
            </a:extLst>
          </p:cNvPr>
          <p:cNvSpPr txBox="1"/>
          <p:nvPr/>
        </p:nvSpPr>
        <p:spPr>
          <a:xfrm>
            <a:off x="4704588" y="3346705"/>
            <a:ext cx="485546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modelagem solar e FV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F3A4B5C-F6DD-8361-F818-355886BA867A}"/>
              </a:ext>
            </a:extLst>
          </p:cNvPr>
          <p:cNvSpPr/>
          <p:nvPr/>
        </p:nvSpPr>
        <p:spPr>
          <a:xfrm>
            <a:off x="9669780" y="3182112"/>
            <a:ext cx="4800600" cy="850392"/>
          </a:xfrm>
          <a:prstGeom prst="rect">
            <a:avLst/>
          </a:prstGeom>
          <a:solidFill>
            <a:srgbClr val="F7F9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2BB271C-AA51-27BE-8A45-5EEB7029D584}"/>
              </a:ext>
            </a:extLst>
          </p:cNvPr>
          <p:cNvSpPr txBox="1"/>
          <p:nvPr/>
        </p:nvSpPr>
        <p:spPr>
          <a:xfrm>
            <a:off x="9779508" y="3346705"/>
            <a:ext cx="458114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POA, Tcell, SDM, ModelChain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07190EB-EF2D-D82B-377F-8C5068E19764}"/>
              </a:ext>
            </a:extLst>
          </p:cNvPr>
          <p:cNvSpPr/>
          <p:nvPr/>
        </p:nvSpPr>
        <p:spPr>
          <a:xfrm>
            <a:off x="14470380" y="3182112"/>
            <a:ext cx="2606040" cy="850392"/>
          </a:xfrm>
          <a:prstGeom prst="rect">
            <a:avLst/>
          </a:prstGeom>
          <a:solidFill>
            <a:srgbClr val="F7F9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0AF556F-251E-E089-9B03-D387C1EB1AE0}"/>
              </a:ext>
            </a:extLst>
          </p:cNvPr>
          <p:cNvSpPr txBox="1"/>
          <p:nvPr/>
        </p:nvSpPr>
        <p:spPr>
          <a:xfrm>
            <a:off x="14580108" y="3346705"/>
            <a:ext cx="238658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core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3588E24-C32F-12B0-47EB-CD76FDCCE05C}"/>
              </a:ext>
            </a:extLst>
          </p:cNvPr>
          <p:cNvSpPr/>
          <p:nvPr/>
        </p:nvSpPr>
        <p:spPr>
          <a:xfrm>
            <a:off x="1165860" y="4032504"/>
            <a:ext cx="342900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36CDC3B-63C8-D732-DC1F-4FEDCA1C92A0}"/>
              </a:ext>
            </a:extLst>
          </p:cNvPr>
          <p:cNvSpPr txBox="1"/>
          <p:nvPr/>
        </p:nvSpPr>
        <p:spPr>
          <a:xfrm>
            <a:off x="1275588" y="4197097"/>
            <a:ext cx="320954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pvanalytics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2D76525-FC51-7215-AD70-59655A63590C}"/>
              </a:ext>
            </a:extLst>
          </p:cNvPr>
          <p:cNvSpPr/>
          <p:nvPr/>
        </p:nvSpPr>
        <p:spPr>
          <a:xfrm>
            <a:off x="4594860" y="4032504"/>
            <a:ext cx="507492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E48741C-DA43-9756-EA51-B74421E9062D}"/>
              </a:ext>
            </a:extLst>
          </p:cNvPr>
          <p:cNvSpPr txBox="1"/>
          <p:nvPr/>
        </p:nvSpPr>
        <p:spPr>
          <a:xfrm>
            <a:off x="4704588" y="4197097"/>
            <a:ext cx="485546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qualidade e análise de dados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12B21E3-6F4B-E2C2-EBB6-0BDCC8939DA5}"/>
              </a:ext>
            </a:extLst>
          </p:cNvPr>
          <p:cNvSpPr/>
          <p:nvPr/>
        </p:nvSpPr>
        <p:spPr>
          <a:xfrm>
            <a:off x="9669780" y="4032504"/>
            <a:ext cx="480060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1B4D31D-662B-FD0F-7813-812016DC3C6D}"/>
              </a:ext>
            </a:extLst>
          </p:cNvPr>
          <p:cNvSpPr txBox="1"/>
          <p:nvPr/>
        </p:nvSpPr>
        <p:spPr>
          <a:xfrm>
            <a:off x="9779508" y="4197097"/>
            <a:ext cx="458114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limites, consistência, flags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E267A51-0BBB-1B2B-0FDC-8FA627D1F5CA}"/>
              </a:ext>
            </a:extLst>
          </p:cNvPr>
          <p:cNvSpPr/>
          <p:nvPr/>
        </p:nvSpPr>
        <p:spPr>
          <a:xfrm>
            <a:off x="14470380" y="4032504"/>
            <a:ext cx="260604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CC1FB67-8F5F-8C6E-FD66-B2E32783AA3C}"/>
              </a:ext>
            </a:extLst>
          </p:cNvPr>
          <p:cNvSpPr txBox="1"/>
          <p:nvPr/>
        </p:nvSpPr>
        <p:spPr>
          <a:xfrm>
            <a:off x="14580108" y="4197097"/>
            <a:ext cx="238658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O&amp;M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2CEC1B3-BC10-C095-6C5E-87727929585F}"/>
              </a:ext>
            </a:extLst>
          </p:cNvPr>
          <p:cNvSpPr/>
          <p:nvPr/>
        </p:nvSpPr>
        <p:spPr>
          <a:xfrm>
            <a:off x="1165860" y="4882896"/>
            <a:ext cx="3429000" cy="850392"/>
          </a:xfrm>
          <a:prstGeom prst="rect">
            <a:avLst/>
          </a:prstGeom>
          <a:solidFill>
            <a:srgbClr val="F7F9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6476456-5CB1-66D1-1BD9-B208690CFBE2}"/>
              </a:ext>
            </a:extLst>
          </p:cNvPr>
          <p:cNvSpPr txBox="1"/>
          <p:nvPr/>
        </p:nvSpPr>
        <p:spPr>
          <a:xfrm>
            <a:off x="1275588" y="5047489"/>
            <a:ext cx="320954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pvfactors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A9B8FD8-3187-405D-793E-B6790441F0D1}"/>
              </a:ext>
            </a:extLst>
          </p:cNvPr>
          <p:cNvSpPr/>
          <p:nvPr/>
        </p:nvSpPr>
        <p:spPr>
          <a:xfrm>
            <a:off x="4594860" y="4882896"/>
            <a:ext cx="5074920" cy="850392"/>
          </a:xfrm>
          <a:prstGeom prst="rect">
            <a:avLst/>
          </a:prstGeom>
          <a:solidFill>
            <a:srgbClr val="F7F9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27EE6B3-101B-F652-4898-889770588C8A}"/>
              </a:ext>
            </a:extLst>
          </p:cNvPr>
          <p:cNvSpPr txBox="1"/>
          <p:nvPr/>
        </p:nvSpPr>
        <p:spPr>
          <a:xfrm>
            <a:off x="4704588" y="5047489"/>
            <a:ext cx="485546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irradiância bifacial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A5A835D-4AC5-260A-EB7C-F22E1476D0A9}"/>
              </a:ext>
            </a:extLst>
          </p:cNvPr>
          <p:cNvSpPr/>
          <p:nvPr/>
        </p:nvSpPr>
        <p:spPr>
          <a:xfrm>
            <a:off x="9669780" y="4882896"/>
            <a:ext cx="4800600" cy="850392"/>
          </a:xfrm>
          <a:prstGeom prst="rect">
            <a:avLst/>
          </a:prstGeom>
          <a:solidFill>
            <a:srgbClr val="F7F9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2B1562D-6291-60A2-E9DB-04F7FDFD4491}"/>
              </a:ext>
            </a:extLst>
          </p:cNvPr>
          <p:cNvSpPr txBox="1"/>
          <p:nvPr/>
        </p:nvSpPr>
        <p:spPr>
          <a:xfrm>
            <a:off x="9779508" y="5047489"/>
            <a:ext cx="458114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front / rear irradiance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88C2460-CC25-4875-4A6C-B357F23F3DF5}"/>
              </a:ext>
            </a:extLst>
          </p:cNvPr>
          <p:cNvSpPr/>
          <p:nvPr/>
        </p:nvSpPr>
        <p:spPr>
          <a:xfrm>
            <a:off x="14470380" y="4882896"/>
            <a:ext cx="2606040" cy="850392"/>
          </a:xfrm>
          <a:prstGeom prst="rect">
            <a:avLst/>
          </a:prstGeom>
          <a:solidFill>
            <a:srgbClr val="F7F9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AF82A7B-DD05-B33B-B60B-094E83B69B6B}"/>
              </a:ext>
            </a:extLst>
          </p:cNvPr>
          <p:cNvSpPr txBox="1"/>
          <p:nvPr/>
        </p:nvSpPr>
        <p:spPr>
          <a:xfrm>
            <a:off x="14580108" y="5047489"/>
            <a:ext cx="238658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bifacial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57B94DE-CCE0-819C-4B68-838E34C1CC43}"/>
              </a:ext>
            </a:extLst>
          </p:cNvPr>
          <p:cNvSpPr/>
          <p:nvPr/>
        </p:nvSpPr>
        <p:spPr>
          <a:xfrm>
            <a:off x="1165860" y="5733287"/>
            <a:ext cx="342900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320AC3A-2439-056B-C3B3-311A931845E3}"/>
              </a:ext>
            </a:extLst>
          </p:cNvPr>
          <p:cNvSpPr txBox="1"/>
          <p:nvPr/>
        </p:nvSpPr>
        <p:spPr>
          <a:xfrm>
            <a:off x="1275588" y="5897881"/>
            <a:ext cx="320954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pandas / NumPy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77500F1-D5CC-1019-15E9-0C331AA21233}"/>
              </a:ext>
            </a:extLst>
          </p:cNvPr>
          <p:cNvSpPr/>
          <p:nvPr/>
        </p:nvSpPr>
        <p:spPr>
          <a:xfrm>
            <a:off x="4594860" y="5733287"/>
            <a:ext cx="507492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7F901D9-D2DF-1785-98F4-0A5813A255EE}"/>
              </a:ext>
            </a:extLst>
          </p:cNvPr>
          <p:cNvSpPr txBox="1"/>
          <p:nvPr/>
        </p:nvSpPr>
        <p:spPr>
          <a:xfrm>
            <a:off x="4704588" y="5897881"/>
            <a:ext cx="485546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séries temporais e cálculo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CCF8BEF5-173C-707E-41FA-7A8E5F5D0AA8}"/>
              </a:ext>
            </a:extLst>
          </p:cNvPr>
          <p:cNvSpPr/>
          <p:nvPr/>
        </p:nvSpPr>
        <p:spPr>
          <a:xfrm>
            <a:off x="9669780" y="5733287"/>
            <a:ext cx="480060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02CC490-3247-5777-3DD6-19B8A7DFEE90}"/>
              </a:ext>
            </a:extLst>
          </p:cNvPr>
          <p:cNvSpPr txBox="1"/>
          <p:nvPr/>
        </p:nvSpPr>
        <p:spPr>
          <a:xfrm>
            <a:off x="9779508" y="5897881"/>
            <a:ext cx="458114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resample, filtros, vetores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6719038-A36C-5A79-ADA2-1582040E759A}"/>
              </a:ext>
            </a:extLst>
          </p:cNvPr>
          <p:cNvSpPr/>
          <p:nvPr/>
        </p:nvSpPr>
        <p:spPr>
          <a:xfrm>
            <a:off x="14470380" y="5733287"/>
            <a:ext cx="2606040" cy="850392"/>
          </a:xfrm>
          <a:prstGeom prst="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E032EE4-8350-6113-84B5-0082993BB7D6}"/>
              </a:ext>
            </a:extLst>
          </p:cNvPr>
          <p:cNvSpPr txBox="1"/>
          <p:nvPr/>
        </p:nvSpPr>
        <p:spPr>
          <a:xfrm>
            <a:off x="14580108" y="5897881"/>
            <a:ext cx="238658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base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D777136-D46D-4A94-E7D8-E817C5E1BF19}"/>
              </a:ext>
            </a:extLst>
          </p:cNvPr>
          <p:cNvSpPr/>
          <p:nvPr/>
        </p:nvSpPr>
        <p:spPr>
          <a:xfrm>
            <a:off x="1165860" y="6537959"/>
            <a:ext cx="3429000" cy="850392"/>
          </a:xfrm>
          <a:prstGeom prst="rect">
            <a:avLst/>
          </a:prstGeom>
          <a:solidFill>
            <a:srgbClr val="F7F9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30DBCBF4-5465-D3D4-0C02-3E966C2DEA69}"/>
              </a:ext>
            </a:extLst>
          </p:cNvPr>
          <p:cNvSpPr txBox="1"/>
          <p:nvPr/>
        </p:nvSpPr>
        <p:spPr>
          <a:xfrm>
            <a:off x="1275588" y="6748273"/>
            <a:ext cx="320954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SciPy / ML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5323007-3920-BA4F-D69F-0E1FEE7F26C2}"/>
              </a:ext>
            </a:extLst>
          </p:cNvPr>
          <p:cNvSpPr/>
          <p:nvPr/>
        </p:nvSpPr>
        <p:spPr>
          <a:xfrm>
            <a:off x="4594860" y="6583680"/>
            <a:ext cx="5074920" cy="850392"/>
          </a:xfrm>
          <a:prstGeom prst="rect">
            <a:avLst/>
          </a:prstGeom>
          <a:solidFill>
            <a:srgbClr val="F7F9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7BA77A9-02C0-E0A2-79FC-7B75370FCF1F}"/>
              </a:ext>
            </a:extLst>
          </p:cNvPr>
          <p:cNvSpPr txBox="1"/>
          <p:nvPr/>
        </p:nvSpPr>
        <p:spPr>
          <a:xfrm>
            <a:off x="4704588" y="6748273"/>
            <a:ext cx="485546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otimização e modelos avançados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FC597B02-3A2B-B0B5-1AC6-D19823F98E89}"/>
              </a:ext>
            </a:extLst>
          </p:cNvPr>
          <p:cNvSpPr/>
          <p:nvPr/>
        </p:nvSpPr>
        <p:spPr>
          <a:xfrm>
            <a:off x="9669780" y="6583680"/>
            <a:ext cx="4800600" cy="850392"/>
          </a:xfrm>
          <a:prstGeom prst="rect">
            <a:avLst/>
          </a:prstGeom>
          <a:solidFill>
            <a:srgbClr val="F7F9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6CF3988-A67C-99FC-5A77-1CA05DC1C4F1}"/>
              </a:ext>
            </a:extLst>
          </p:cNvPr>
          <p:cNvSpPr txBox="1"/>
          <p:nvPr/>
        </p:nvSpPr>
        <p:spPr>
          <a:xfrm>
            <a:off x="9779508" y="6748273"/>
            <a:ext cx="458114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fit, previsão, incerteza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E072734-D313-D9D0-C5FA-254557C941DD}"/>
              </a:ext>
            </a:extLst>
          </p:cNvPr>
          <p:cNvSpPr/>
          <p:nvPr/>
        </p:nvSpPr>
        <p:spPr>
          <a:xfrm>
            <a:off x="14470380" y="6583680"/>
            <a:ext cx="2606040" cy="850392"/>
          </a:xfrm>
          <a:prstGeom prst="rect">
            <a:avLst/>
          </a:prstGeom>
          <a:solidFill>
            <a:srgbClr val="F7F9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9921202-DBEA-A52A-235F-1EE0F1920F3E}"/>
              </a:ext>
            </a:extLst>
          </p:cNvPr>
          <p:cNvSpPr txBox="1"/>
          <p:nvPr/>
        </p:nvSpPr>
        <p:spPr>
          <a:xfrm>
            <a:off x="14580108" y="6748273"/>
            <a:ext cx="2386584" cy="40626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100">
                <a:solidFill>
                  <a:srgbClr val="233E6F"/>
                </a:solidFill>
                <a:latin typeface="Futura" panose="020B0604020202020204" charset="0"/>
              </a:rPr>
              <a:t>avançado</a:t>
            </a:r>
          </a:p>
        </p:txBody>
      </p:sp>
    </p:spTree>
    <p:extLst>
      <p:ext uri="{BB962C8B-B14F-4D97-AF65-F5344CB8AC3E}">
        <p14:creationId xmlns:p14="http://schemas.microsoft.com/office/powerpoint/2010/main" val="2153193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E491-D853-1C30-E9CD-445AA72DD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4BCE88D-7D37-9946-4DAD-8F26A1E9F60A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A814EA0-69FC-E1B6-DA44-15E4EA723A52}"/>
              </a:ext>
            </a:extLst>
          </p:cNvPr>
          <p:cNvGrpSpPr/>
          <p:nvPr/>
        </p:nvGrpSpPr>
        <p:grpSpPr>
          <a:xfrm>
            <a:off x="15125700" y="9258300"/>
            <a:ext cx="2133600" cy="956691"/>
            <a:chOff x="0" y="0"/>
            <a:chExt cx="2844800" cy="127558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E9C5544-64BD-B6C9-A7BC-7B7BFD7F8EC0}"/>
                </a:ext>
              </a:extLst>
            </p:cNvPr>
            <p:cNvSpPr/>
            <p:nvPr/>
          </p:nvSpPr>
          <p:spPr>
            <a:xfrm>
              <a:off x="0" y="0"/>
              <a:ext cx="2844800" cy="1275592"/>
            </a:xfrm>
            <a:custGeom>
              <a:avLst/>
              <a:gdLst/>
              <a:ahLst/>
              <a:cxnLst/>
              <a:rect l="l" t="t" r="r" b="b"/>
              <a:pathLst>
                <a:path w="2844800" h="1275592">
                  <a:moveTo>
                    <a:pt x="0" y="0"/>
                  </a:moveTo>
                  <a:lnTo>
                    <a:pt x="2844800" y="0"/>
                  </a:lnTo>
                  <a:lnTo>
                    <a:pt x="2844800" y="1275592"/>
                  </a:lnTo>
                  <a:lnTo>
                    <a:pt x="0" y="1275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372" b="374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34594E1-1867-86A5-2C3A-0AD9FEE10FC6}"/>
                </a:ext>
              </a:extLst>
            </p:cNvPr>
            <p:cNvSpPr txBox="1"/>
            <p:nvPr/>
          </p:nvSpPr>
          <p:spPr>
            <a:xfrm>
              <a:off x="0" y="0"/>
              <a:ext cx="2844800" cy="1275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799"/>
                </a:lnSpc>
              </a:pPr>
              <a:r>
                <a:rPr lang="en-US" sz="3999">
                  <a:solidFill>
                    <a:srgbClr val="CACACA"/>
                  </a:solidFill>
                  <a:latin typeface="Oswald"/>
                  <a:ea typeface="Oswald"/>
                  <a:cs typeface="Oswald"/>
                  <a:sym typeface="Oswald"/>
                </a:rPr>
                <a:t>15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D18A70A-8CC0-F730-7221-59D8866098B7}"/>
              </a:ext>
            </a:extLst>
          </p:cNvPr>
          <p:cNvGrpSpPr/>
          <p:nvPr/>
        </p:nvGrpSpPr>
        <p:grpSpPr>
          <a:xfrm>
            <a:off x="6836385" y="8908910"/>
            <a:ext cx="46152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4B22680-00D4-00C0-A173-DCB5F2AF9E08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B9DC499-F63A-6AB8-6134-2243E306AF36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F17C5FA-E6B9-0E0F-FCA5-6DA932A65C61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CBF488EF-CED8-80CF-16E8-74CBE053FAF1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6A765759-49DE-4E0F-BD2A-184E3BB4C678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11BDD70D-FD85-9B0C-52E7-0002FD129D98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D28949E1-F451-6494-12BA-6D9E2CF914D4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1296740F-57DC-9CD5-E378-7EF8C488184D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2A397AF6-869D-81A8-9C3E-2DB01FC72F3C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F6E25499-F8B1-5FEE-25A5-8742BDDBDD42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F732229F-AB36-FD02-28BA-035C8FC2F2FE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50AF5CC0-517E-4B74-D361-41F8EF99FE07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451FDB02-28FA-3E51-6F8F-A90E65D18FDC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AD0D5D59-498F-3EBE-59FF-5A58FA84416E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98326DAB-4CF2-0A44-0CB6-28C9AD49F664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6C5FA187-FEC7-39BD-6801-9EFCBFB3D284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642625F2-ACF3-75CD-3147-E960B3867319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87C59FE8-0BC7-55EF-D92D-3360C5D5A6CF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1EC1E40-4054-E6A9-DDA3-F6C799471434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D9B3698-685F-9A0E-4343-6A3D9BD1E7F6}"/>
              </a:ext>
            </a:extLst>
          </p:cNvPr>
          <p:cNvSpPr txBox="1"/>
          <p:nvPr/>
        </p:nvSpPr>
        <p:spPr>
          <a:xfrm>
            <a:off x="1234440" y="987553"/>
            <a:ext cx="15087600" cy="729430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lang="pt-BR" sz="4200" b="1" dirty="0">
                <a:solidFill>
                  <a:srgbClr val="233E6F"/>
                </a:solidFill>
                <a:latin typeface="Futura" panose="020B0604020202020204" charset="0"/>
              </a:rPr>
              <a:t>Referências para Estudar sobre Energia Solar FV</a:t>
            </a:r>
            <a:endParaRPr sz="4200" b="1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91CD9D-3083-7AE1-3D9A-A18CD7D676B3}"/>
              </a:ext>
            </a:extLst>
          </p:cNvPr>
          <p:cNvSpPr/>
          <p:nvPr/>
        </p:nvSpPr>
        <p:spPr>
          <a:xfrm>
            <a:off x="1234440" y="1988820"/>
            <a:ext cx="1440180" cy="68580"/>
          </a:xfrm>
          <a:prstGeom prst="rect">
            <a:avLst/>
          </a:prstGeom>
          <a:solidFill>
            <a:srgbClr val="FA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36" name="Rounded Rectangle 7">
            <a:extLst>
              <a:ext uri="{FF2B5EF4-FFF2-40B4-BE49-F238E27FC236}">
                <a16:creationId xmlns:a16="http://schemas.microsoft.com/office/drawing/2014/main" id="{F28470DA-12D2-6F90-8C9A-D0B08702E7C6}"/>
              </a:ext>
            </a:extLst>
          </p:cNvPr>
          <p:cNvSpPr/>
          <p:nvPr/>
        </p:nvSpPr>
        <p:spPr>
          <a:xfrm>
            <a:off x="1165860" y="2400300"/>
            <a:ext cx="3909060" cy="3634740"/>
          </a:xfrm>
          <a:prstGeom prst="roundRect">
            <a:avLst/>
          </a:prstGeom>
          <a:solidFill>
            <a:srgbClr val="F3F6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58202CB8-42CD-97DC-FED2-1EB08307EC3F}"/>
              </a:ext>
            </a:extLst>
          </p:cNvPr>
          <p:cNvSpPr/>
          <p:nvPr/>
        </p:nvSpPr>
        <p:spPr>
          <a:xfrm>
            <a:off x="1165860" y="2400300"/>
            <a:ext cx="3909060" cy="713232"/>
          </a:xfrm>
          <a:prstGeom prst="roundRect">
            <a:avLst/>
          </a:prstGeom>
          <a:solidFill>
            <a:srgbClr val="FA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F9E0F0-4A20-FBD5-49CA-AEF101B2FB22}"/>
              </a:ext>
            </a:extLst>
          </p:cNvPr>
          <p:cNvSpPr txBox="1"/>
          <p:nvPr/>
        </p:nvSpPr>
        <p:spPr>
          <a:xfrm>
            <a:off x="1275588" y="2564892"/>
            <a:ext cx="3689604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lang="pt-BR" sz="2400" b="1" dirty="0">
                <a:solidFill>
                  <a:srgbClr val="FFFFFF"/>
                </a:solidFill>
                <a:latin typeface="Futura" panose="020B0604020202020204" charset="0"/>
              </a:rPr>
              <a:t>IEA PVPS</a:t>
            </a:r>
            <a:endParaRPr sz="2400" b="1" dirty="0">
              <a:solidFill>
                <a:srgbClr val="FFFFFF"/>
              </a:solidFill>
              <a:latin typeface="Futura" panose="020B060402020202020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E1DD83-A3B1-3789-A55D-238B6D3B86FA}"/>
              </a:ext>
            </a:extLst>
          </p:cNvPr>
          <p:cNvSpPr txBox="1"/>
          <p:nvPr/>
        </p:nvSpPr>
        <p:spPr>
          <a:xfrm>
            <a:off x="1261872" y="3997053"/>
            <a:ext cx="3717036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Task 16 – Recurso Solar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AA304C-F67B-3C88-3C77-CA7D83BCA2C2}"/>
              </a:ext>
            </a:extLst>
          </p:cNvPr>
          <p:cNvSpPr txBox="1"/>
          <p:nvPr/>
        </p:nvSpPr>
        <p:spPr>
          <a:xfrm>
            <a:off x="1254252" y="4640521"/>
            <a:ext cx="3854196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Task 1 – Mercado Global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48" name="Rounded Rectangle 13">
            <a:extLst>
              <a:ext uri="{FF2B5EF4-FFF2-40B4-BE49-F238E27FC236}">
                <a16:creationId xmlns:a16="http://schemas.microsoft.com/office/drawing/2014/main" id="{38D63FD7-B6B2-530F-077F-4885737E9D83}"/>
              </a:ext>
            </a:extLst>
          </p:cNvPr>
          <p:cNvSpPr/>
          <p:nvPr/>
        </p:nvSpPr>
        <p:spPr>
          <a:xfrm>
            <a:off x="5417820" y="2400300"/>
            <a:ext cx="3909060" cy="3634740"/>
          </a:xfrm>
          <a:prstGeom prst="roundRect">
            <a:avLst/>
          </a:prstGeom>
          <a:solidFill>
            <a:srgbClr val="F3F6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50" name="Rounded Rectangle 14">
            <a:extLst>
              <a:ext uri="{FF2B5EF4-FFF2-40B4-BE49-F238E27FC236}">
                <a16:creationId xmlns:a16="http://schemas.microsoft.com/office/drawing/2014/main" id="{8FF160F6-2778-A48C-8CF6-33C37844A66B}"/>
              </a:ext>
            </a:extLst>
          </p:cNvPr>
          <p:cNvSpPr/>
          <p:nvPr/>
        </p:nvSpPr>
        <p:spPr>
          <a:xfrm>
            <a:off x="5417820" y="2400300"/>
            <a:ext cx="3909060" cy="713232"/>
          </a:xfrm>
          <a:prstGeom prst="roundRect">
            <a:avLst/>
          </a:prstGeom>
          <a:solidFill>
            <a:srgbClr val="2A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7D64E7-13D1-18F5-47D0-1E4FF8B78886}"/>
              </a:ext>
            </a:extLst>
          </p:cNvPr>
          <p:cNvSpPr txBox="1"/>
          <p:nvPr/>
        </p:nvSpPr>
        <p:spPr>
          <a:xfrm>
            <a:off x="5568696" y="2356988"/>
            <a:ext cx="3689604" cy="821763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lang="pt-BR" sz="2400" b="1" dirty="0">
                <a:solidFill>
                  <a:srgbClr val="FFFFFF"/>
                </a:solidFill>
                <a:latin typeface="Futura" panose="020B0604020202020204" charset="0"/>
              </a:rPr>
              <a:t>INSTITUIÇÕES INTERNACIONAIS</a:t>
            </a:r>
            <a:endParaRPr sz="2400" b="1" dirty="0">
              <a:solidFill>
                <a:srgbClr val="FFFFFF"/>
              </a:solidFill>
              <a:latin typeface="Futura" panose="020B060402020202020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B561A3-0CC6-8802-CBFA-B4F6713B3438}"/>
              </a:ext>
            </a:extLst>
          </p:cNvPr>
          <p:cNvSpPr txBox="1"/>
          <p:nvPr/>
        </p:nvSpPr>
        <p:spPr>
          <a:xfrm>
            <a:off x="5664708" y="3470148"/>
            <a:ext cx="3497580" cy="821763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National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Laboratory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of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the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Rockies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950926-68D5-ABDE-EB24-02E8545E9903}"/>
              </a:ext>
            </a:extLst>
          </p:cNvPr>
          <p:cNvSpPr txBox="1"/>
          <p:nvPr/>
        </p:nvSpPr>
        <p:spPr>
          <a:xfrm>
            <a:off x="5664708" y="4348070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• Sandia (PVPMC)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17002E-8266-EBFA-2270-C37EB657671B}"/>
              </a:ext>
            </a:extLst>
          </p:cNvPr>
          <p:cNvSpPr txBox="1"/>
          <p:nvPr/>
        </p:nvSpPr>
        <p:spPr>
          <a:xfrm>
            <a:off x="5664708" y="4896612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Instituto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Fraunhöfer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60" name="Rounded Rectangle 19">
            <a:extLst>
              <a:ext uri="{FF2B5EF4-FFF2-40B4-BE49-F238E27FC236}">
                <a16:creationId xmlns:a16="http://schemas.microsoft.com/office/drawing/2014/main" id="{DE2E7B13-6087-CBA1-A49F-60F0C69D7C66}"/>
              </a:ext>
            </a:extLst>
          </p:cNvPr>
          <p:cNvSpPr/>
          <p:nvPr/>
        </p:nvSpPr>
        <p:spPr>
          <a:xfrm>
            <a:off x="9669780" y="2400300"/>
            <a:ext cx="3909060" cy="3634740"/>
          </a:xfrm>
          <a:prstGeom prst="roundRect">
            <a:avLst/>
          </a:prstGeom>
          <a:solidFill>
            <a:srgbClr val="F3F6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62" name="Rounded Rectangle 20">
            <a:extLst>
              <a:ext uri="{FF2B5EF4-FFF2-40B4-BE49-F238E27FC236}">
                <a16:creationId xmlns:a16="http://schemas.microsoft.com/office/drawing/2014/main" id="{D1A71B9A-F425-6CA2-7666-B6D6C30E1DDD}"/>
              </a:ext>
            </a:extLst>
          </p:cNvPr>
          <p:cNvSpPr/>
          <p:nvPr/>
        </p:nvSpPr>
        <p:spPr>
          <a:xfrm>
            <a:off x="9669780" y="2400300"/>
            <a:ext cx="3909060" cy="713232"/>
          </a:xfrm>
          <a:prstGeom prst="roundRect">
            <a:avLst/>
          </a:prstGeom>
          <a:solidFill>
            <a:srgbClr val="F72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B83D05-A6DE-AA88-51FB-DBCF6CF67EBA}"/>
              </a:ext>
            </a:extLst>
          </p:cNvPr>
          <p:cNvSpPr txBox="1"/>
          <p:nvPr/>
        </p:nvSpPr>
        <p:spPr>
          <a:xfrm>
            <a:off x="9779508" y="2388855"/>
            <a:ext cx="3689604" cy="821763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lang="pt-BR" sz="2400" b="1" dirty="0">
                <a:solidFill>
                  <a:srgbClr val="FFFFFF"/>
                </a:solidFill>
                <a:latin typeface="Futura" panose="020B0604020202020204" charset="0"/>
              </a:rPr>
              <a:t>LABORATÓRIOS NACIONAIS</a:t>
            </a:r>
            <a:endParaRPr sz="2400" b="1" dirty="0">
              <a:solidFill>
                <a:srgbClr val="FFFFFF"/>
              </a:solidFill>
              <a:latin typeface="Futura" panose="020B0604020202020204" charset="0"/>
            </a:endParaRPr>
          </a:p>
        </p:txBody>
      </p:sp>
      <p:sp>
        <p:nvSpPr>
          <p:cNvPr id="72" name="Rounded Rectangle 25">
            <a:extLst>
              <a:ext uri="{FF2B5EF4-FFF2-40B4-BE49-F238E27FC236}">
                <a16:creationId xmlns:a16="http://schemas.microsoft.com/office/drawing/2014/main" id="{DC4FFD64-A902-BE62-C24D-AA964EF22D04}"/>
              </a:ext>
            </a:extLst>
          </p:cNvPr>
          <p:cNvSpPr/>
          <p:nvPr/>
        </p:nvSpPr>
        <p:spPr>
          <a:xfrm>
            <a:off x="13921740" y="2400300"/>
            <a:ext cx="3223260" cy="3634740"/>
          </a:xfrm>
          <a:prstGeom prst="roundRect">
            <a:avLst/>
          </a:prstGeom>
          <a:solidFill>
            <a:srgbClr val="F3F6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74" name="Rounded Rectangle 26">
            <a:extLst>
              <a:ext uri="{FF2B5EF4-FFF2-40B4-BE49-F238E27FC236}">
                <a16:creationId xmlns:a16="http://schemas.microsoft.com/office/drawing/2014/main" id="{FE34563A-092D-36BD-E084-B94B2471FC5A}"/>
              </a:ext>
            </a:extLst>
          </p:cNvPr>
          <p:cNvSpPr/>
          <p:nvPr/>
        </p:nvSpPr>
        <p:spPr>
          <a:xfrm>
            <a:off x="13921740" y="2400300"/>
            <a:ext cx="3223260" cy="713232"/>
          </a:xfrm>
          <a:prstGeom prst="roundRect">
            <a:avLst/>
          </a:prstGeom>
          <a:solidFill>
            <a:srgbClr val="23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F011D2E-DF03-69C0-B5EE-8621C70EDB32}"/>
              </a:ext>
            </a:extLst>
          </p:cNvPr>
          <p:cNvSpPr txBox="1"/>
          <p:nvPr/>
        </p:nvSpPr>
        <p:spPr>
          <a:xfrm>
            <a:off x="14032992" y="2375139"/>
            <a:ext cx="3003804" cy="821763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lang="pt-BR" sz="2400" b="1" dirty="0">
                <a:solidFill>
                  <a:srgbClr val="FFFFFF"/>
                </a:solidFill>
                <a:latin typeface="Futura" panose="020B0604020202020204" charset="0"/>
              </a:rPr>
              <a:t>NORMAS INTERNACIONAIS</a:t>
            </a:r>
            <a:endParaRPr sz="2400" b="1" dirty="0">
              <a:solidFill>
                <a:srgbClr val="FFFFFF"/>
              </a:solidFill>
              <a:latin typeface="Futura" panose="020B060402020202020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74F6C4F-F7E1-B187-31BA-356868A3290D}"/>
              </a:ext>
            </a:extLst>
          </p:cNvPr>
          <p:cNvSpPr txBox="1"/>
          <p:nvPr/>
        </p:nvSpPr>
        <p:spPr>
          <a:xfrm>
            <a:off x="14127480" y="3392378"/>
            <a:ext cx="28117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IEC 61724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ECED4A6-868F-B81D-2C98-5D90D12774E3}"/>
              </a:ext>
            </a:extLst>
          </p:cNvPr>
          <p:cNvSpPr txBox="1"/>
          <p:nvPr/>
        </p:nvSpPr>
        <p:spPr>
          <a:xfrm>
            <a:off x="14116050" y="3823189"/>
            <a:ext cx="28117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ISO 9060:2018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9A37327-D104-55BD-A992-462CE1300B32}"/>
              </a:ext>
            </a:extLst>
          </p:cNvPr>
          <p:cNvSpPr txBox="1"/>
          <p:nvPr/>
        </p:nvSpPr>
        <p:spPr>
          <a:xfrm>
            <a:off x="14116050" y="4307020"/>
            <a:ext cx="333756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• ISO 9847:2022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462D5F2-5510-CCB3-682E-34A20151FDAE}"/>
              </a:ext>
            </a:extLst>
          </p:cNvPr>
          <p:cNvSpPr txBox="1"/>
          <p:nvPr/>
        </p:nvSpPr>
        <p:spPr>
          <a:xfrm>
            <a:off x="14127480" y="4798362"/>
            <a:ext cx="333756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• IEC 61853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2EE9437-590A-962D-13EC-13670252363B}"/>
              </a:ext>
            </a:extLst>
          </p:cNvPr>
          <p:cNvSpPr txBox="1"/>
          <p:nvPr/>
        </p:nvSpPr>
        <p:spPr>
          <a:xfrm>
            <a:off x="14127480" y="5271220"/>
            <a:ext cx="333756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• 60904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32D7C4C-5B56-9CE4-B726-389D6DB8C312}"/>
              </a:ext>
            </a:extLst>
          </p:cNvPr>
          <p:cNvSpPr txBox="1"/>
          <p:nvPr/>
        </p:nvSpPr>
        <p:spPr>
          <a:xfrm>
            <a:off x="1284732" y="3358173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Task 13 – O&amp;M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E92C30-BD37-7D40-393E-60CA503A6996}"/>
              </a:ext>
            </a:extLst>
          </p:cNvPr>
          <p:cNvSpPr txBox="1"/>
          <p:nvPr/>
        </p:nvSpPr>
        <p:spPr>
          <a:xfrm>
            <a:off x="9875520" y="3201475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LABREN-INPE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A9B044-3EBD-0752-7FAC-4022AFA39F35}"/>
              </a:ext>
            </a:extLst>
          </p:cNvPr>
          <p:cNvSpPr txBox="1"/>
          <p:nvPr/>
        </p:nvSpPr>
        <p:spPr>
          <a:xfrm>
            <a:off x="9887712" y="3741850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FOTOVOLTAIC (UFSC)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C03E-1288-D9D4-622F-ADA05A105FE4}"/>
              </a:ext>
            </a:extLst>
          </p:cNvPr>
          <p:cNvSpPr txBox="1"/>
          <p:nvPr/>
        </p:nvSpPr>
        <p:spPr>
          <a:xfrm>
            <a:off x="9887712" y="4307216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LABSOL (UFRGS)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5372B3-F96F-02C2-3CBC-EF56B4113790}"/>
              </a:ext>
            </a:extLst>
          </p:cNvPr>
          <p:cNvSpPr txBox="1"/>
          <p:nvPr/>
        </p:nvSpPr>
        <p:spPr>
          <a:xfrm>
            <a:off x="9909048" y="4820917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SENAI-RN ISI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1825F7-1F73-120A-991F-402E415BB4FF}"/>
              </a:ext>
            </a:extLst>
          </p:cNvPr>
          <p:cNvSpPr txBox="1"/>
          <p:nvPr/>
        </p:nvSpPr>
        <p:spPr>
          <a:xfrm>
            <a:off x="9875520" y="5301137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Outros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33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CE11C-0AAB-BDD7-1A05-801BE281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0ACBCAA-206C-E0EC-E29F-20C410B42D73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8C3CC18-CB95-5280-6303-B76083E7E2B2}"/>
              </a:ext>
            </a:extLst>
          </p:cNvPr>
          <p:cNvSpPr txBox="1"/>
          <p:nvPr/>
        </p:nvSpPr>
        <p:spPr>
          <a:xfrm>
            <a:off x="1527172" y="1261967"/>
            <a:ext cx="5200501" cy="328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COMPONENTES DE UMA USINA FV E ETAPAS DE MODELAGEM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FDA29120-415F-FF30-CCFA-8D8680EDB76A}"/>
              </a:ext>
            </a:extLst>
          </p:cNvPr>
          <p:cNvGrpSpPr/>
          <p:nvPr/>
        </p:nvGrpSpPr>
        <p:grpSpPr>
          <a:xfrm>
            <a:off x="15125700" y="9258300"/>
            <a:ext cx="2133600" cy="956691"/>
            <a:chOff x="0" y="0"/>
            <a:chExt cx="2844800" cy="127558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982F10D-CF86-B158-0824-261A4CE82E81}"/>
                </a:ext>
              </a:extLst>
            </p:cNvPr>
            <p:cNvSpPr/>
            <p:nvPr/>
          </p:nvSpPr>
          <p:spPr>
            <a:xfrm>
              <a:off x="0" y="0"/>
              <a:ext cx="2844800" cy="1275592"/>
            </a:xfrm>
            <a:custGeom>
              <a:avLst/>
              <a:gdLst/>
              <a:ahLst/>
              <a:cxnLst/>
              <a:rect l="l" t="t" r="r" b="b"/>
              <a:pathLst>
                <a:path w="2844800" h="1275592">
                  <a:moveTo>
                    <a:pt x="0" y="0"/>
                  </a:moveTo>
                  <a:lnTo>
                    <a:pt x="2844800" y="0"/>
                  </a:lnTo>
                  <a:lnTo>
                    <a:pt x="2844800" y="1275592"/>
                  </a:lnTo>
                  <a:lnTo>
                    <a:pt x="0" y="1275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372" b="374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4D20123-D790-9892-950C-1BBD0BA26870}"/>
                </a:ext>
              </a:extLst>
            </p:cNvPr>
            <p:cNvSpPr txBox="1"/>
            <p:nvPr/>
          </p:nvSpPr>
          <p:spPr>
            <a:xfrm>
              <a:off x="0" y="0"/>
              <a:ext cx="2844800" cy="1275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799"/>
                </a:lnSpc>
              </a:pPr>
              <a:r>
                <a:rPr lang="en-US" sz="3999">
                  <a:solidFill>
                    <a:srgbClr val="CACACA"/>
                  </a:solidFill>
                  <a:latin typeface="Oswald"/>
                  <a:ea typeface="Oswald"/>
                  <a:cs typeface="Oswald"/>
                  <a:sym typeface="Oswald"/>
                </a:rPr>
                <a:t>15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2D1A0EA-D009-2EBB-2A1D-0A62CEA34C79}"/>
              </a:ext>
            </a:extLst>
          </p:cNvPr>
          <p:cNvGrpSpPr/>
          <p:nvPr/>
        </p:nvGrpSpPr>
        <p:grpSpPr>
          <a:xfrm>
            <a:off x="7119571" y="8908910"/>
            <a:ext cx="4023464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8C67B70-EDBD-C2F1-3A88-D0219AB6F658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E30B2F5-1E4D-11BC-4007-F2EE3FFC2CDD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ADB68E2-A537-B0E5-972B-3BA110E4AFDE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C25ED1CB-61A1-9D24-D33E-ADD48D93B942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6C971F59-0F5F-76A8-90B3-0BA66CD8B8DA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7D0F2EB7-9EEA-BD9D-FE42-40B49998F8B3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26471360-21E6-930B-04BA-2FDFA2D3FD5E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A341FFCD-2953-FA88-9CF4-0CCC1824999F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B7BDE33E-7D5D-D52D-B308-5CE3E462ED1B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770744C-FA07-C9A7-5D39-FC6BEA090568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858EAE95-FAD9-421E-1230-2BE704F3E1E0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1585246-FB2D-586A-D828-5402B2816FEA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7858B4D8-523C-64D9-6AE6-2231E64D8485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FC8F03BC-46CB-AF88-4B6A-54FD7484A8E5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00784A6E-A6D4-15F8-560F-B44BABE68DBA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A74F2E6E-1AAC-167D-F3CA-2A7FFF471FAF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8E8EBD21-B0F9-96F2-EB61-B7455822496D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5F2867B4-3509-15FA-F7E6-0D47A37FEDD1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EC1AA50-E0D3-E343-A8EA-47EC3317D76F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pic>
        <p:nvPicPr>
          <p:cNvPr id="10" name="Picture 2" descr="Image of Picture1">
            <a:extLst>
              <a:ext uri="{FF2B5EF4-FFF2-40B4-BE49-F238E27FC236}">
                <a16:creationId xmlns:a16="http://schemas.microsoft.com/office/drawing/2014/main" id="{DA933A1B-0924-0A8C-0D03-2FB2D3771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570" y="1001200"/>
            <a:ext cx="9641257" cy="723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1826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8EAA3-A969-5E6D-61F7-051F3750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3ADE8D5-509B-C5D7-CEC6-8098E2C741A8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BCB1C05-D3F5-86DB-894A-5252FC4C2B66}"/>
              </a:ext>
            </a:extLst>
          </p:cNvPr>
          <p:cNvGrpSpPr/>
          <p:nvPr/>
        </p:nvGrpSpPr>
        <p:grpSpPr>
          <a:xfrm>
            <a:off x="15125700" y="9258300"/>
            <a:ext cx="2133600" cy="956691"/>
            <a:chOff x="0" y="0"/>
            <a:chExt cx="2844800" cy="127558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EDE322C-AD70-5798-A3C3-38710737DCB0}"/>
                </a:ext>
              </a:extLst>
            </p:cNvPr>
            <p:cNvSpPr/>
            <p:nvPr/>
          </p:nvSpPr>
          <p:spPr>
            <a:xfrm>
              <a:off x="0" y="0"/>
              <a:ext cx="2844800" cy="1275592"/>
            </a:xfrm>
            <a:custGeom>
              <a:avLst/>
              <a:gdLst/>
              <a:ahLst/>
              <a:cxnLst/>
              <a:rect l="l" t="t" r="r" b="b"/>
              <a:pathLst>
                <a:path w="2844800" h="1275592">
                  <a:moveTo>
                    <a:pt x="0" y="0"/>
                  </a:moveTo>
                  <a:lnTo>
                    <a:pt x="2844800" y="0"/>
                  </a:lnTo>
                  <a:lnTo>
                    <a:pt x="2844800" y="1275592"/>
                  </a:lnTo>
                  <a:lnTo>
                    <a:pt x="0" y="1275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372" b="374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3CA5651-BB61-9D24-AFC0-8D54DC785A0C}"/>
                </a:ext>
              </a:extLst>
            </p:cNvPr>
            <p:cNvSpPr txBox="1"/>
            <p:nvPr/>
          </p:nvSpPr>
          <p:spPr>
            <a:xfrm>
              <a:off x="0" y="0"/>
              <a:ext cx="2844800" cy="1275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799"/>
                </a:lnSpc>
              </a:pPr>
              <a:r>
                <a:rPr lang="en-US" sz="3999">
                  <a:solidFill>
                    <a:srgbClr val="CACACA"/>
                  </a:solidFill>
                  <a:latin typeface="Oswald"/>
                  <a:ea typeface="Oswald"/>
                  <a:cs typeface="Oswald"/>
                  <a:sym typeface="Oswald"/>
                </a:rPr>
                <a:t>15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CD342A8-FAD0-94C9-A23B-8BCFF08C65B3}"/>
              </a:ext>
            </a:extLst>
          </p:cNvPr>
          <p:cNvGrpSpPr/>
          <p:nvPr/>
        </p:nvGrpSpPr>
        <p:grpSpPr>
          <a:xfrm>
            <a:off x="6836385" y="8908910"/>
            <a:ext cx="46152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A44A8B6-7B58-5F53-30A8-6E6905666CC2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D1DE00F-AF46-AA25-19DD-2479A3062BBF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35E6C410-CB83-02A4-8D8E-E76E9700409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22C3D576-7B8C-EDA1-191C-1AEB872482EE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119837DF-3E8F-5D30-7EC6-D21BE7C9E2FC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614BCF61-BE18-FF55-E1FF-8D42BE55A2A7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4F16C2BD-6582-C5FD-9E25-07952E0F45FB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090ACBAF-25CC-37BF-42ED-6739DEB9BB1F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9D184BF1-AA80-28A2-E5EF-6642D33B7B69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D6612E0-6264-446D-0C86-91285615B2DB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80593D75-90BE-3F77-CC6E-F58520914A08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932B9E1F-76F2-956F-1997-3421B153C9E4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DC98F649-BB64-0BF3-E381-3C330E5728D2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690D4135-7DDF-7AF7-3AF6-AB1F7165790B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70C532D0-387D-F91B-5688-8681695565DD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BED1FEC6-2717-B099-DCF6-1D4F44B25A67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82F9AAE6-0BD2-E91B-1C0E-9A958F70C151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85E28C65-96CD-E8FB-9DFF-C5107C5537BA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FECFECBD-E620-F767-BF61-1DB9AEBF07D7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4F165D3-D164-6C77-DF3E-D78D0D1D4326}"/>
              </a:ext>
            </a:extLst>
          </p:cNvPr>
          <p:cNvSpPr/>
          <p:nvPr/>
        </p:nvSpPr>
        <p:spPr>
          <a:xfrm>
            <a:off x="960120" y="754380"/>
            <a:ext cx="16322040" cy="77495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3220F2-D825-9FB3-2A03-4351917B0614}"/>
              </a:ext>
            </a:extLst>
          </p:cNvPr>
          <p:cNvSpPr txBox="1"/>
          <p:nvPr/>
        </p:nvSpPr>
        <p:spPr>
          <a:xfrm>
            <a:off x="1234440" y="987553"/>
            <a:ext cx="15087600" cy="729430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4200" b="1">
                <a:solidFill>
                  <a:srgbClr val="233E6F"/>
                </a:solidFill>
                <a:latin typeface="Futura" panose="020B0604020202020204" charset="0"/>
              </a:rPr>
              <a:t>Uma cadeia de modelos — não uma única fórmula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DC0B47-E15F-B1E2-DBEF-320DA161BD34}"/>
              </a:ext>
            </a:extLst>
          </p:cNvPr>
          <p:cNvSpPr/>
          <p:nvPr/>
        </p:nvSpPr>
        <p:spPr>
          <a:xfrm>
            <a:off x="1234440" y="1988820"/>
            <a:ext cx="1440180" cy="68580"/>
          </a:xfrm>
          <a:prstGeom prst="rect">
            <a:avLst/>
          </a:prstGeom>
          <a:solidFill>
            <a:srgbClr val="FA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37" name="Rounded Rectangle 7">
            <a:extLst>
              <a:ext uri="{FF2B5EF4-FFF2-40B4-BE49-F238E27FC236}">
                <a16:creationId xmlns:a16="http://schemas.microsoft.com/office/drawing/2014/main" id="{B4667E6B-28D6-DEA8-0109-A3E2068C6494}"/>
              </a:ext>
            </a:extLst>
          </p:cNvPr>
          <p:cNvSpPr/>
          <p:nvPr/>
        </p:nvSpPr>
        <p:spPr>
          <a:xfrm>
            <a:off x="822960" y="3086100"/>
            <a:ext cx="1947672" cy="1920240"/>
          </a:xfrm>
          <a:prstGeom prst="roundRect">
            <a:avLst/>
          </a:prstGeom>
          <a:solidFill>
            <a:srgbClr val="F3F6FA"/>
          </a:solidFill>
          <a:ln>
            <a:solidFill>
              <a:srgbClr val="2A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F430CD-6EF4-8F15-E45C-ABA6E4D5CC51}"/>
              </a:ext>
            </a:extLst>
          </p:cNvPr>
          <p:cNvSpPr txBox="1"/>
          <p:nvPr/>
        </p:nvSpPr>
        <p:spPr>
          <a:xfrm>
            <a:off x="918971" y="3429000"/>
            <a:ext cx="1755647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400" b="1">
                <a:solidFill>
                  <a:srgbClr val="2A9100"/>
                </a:solidFill>
                <a:latin typeface="Futura" panose="020B0604020202020204" charset="0"/>
              </a:rPr>
              <a:t>DADOS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093687-7E13-B4F2-95F7-FC01CC23F103}"/>
              </a:ext>
            </a:extLst>
          </p:cNvPr>
          <p:cNvSpPr txBox="1"/>
          <p:nvPr/>
        </p:nvSpPr>
        <p:spPr>
          <a:xfrm>
            <a:off x="932688" y="3977640"/>
            <a:ext cx="1728216" cy="38318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1950">
                <a:solidFill>
                  <a:srgbClr val="233E6F"/>
                </a:solidFill>
                <a:latin typeface="Futura" panose="020B0604020202020204" charset="0"/>
              </a:rPr>
              <a:t>GHI, Tair, WS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AF11B4-FB67-F411-8C3D-0357ACB55E85}"/>
              </a:ext>
            </a:extLst>
          </p:cNvPr>
          <p:cNvSpPr txBox="1"/>
          <p:nvPr/>
        </p:nvSpPr>
        <p:spPr>
          <a:xfrm>
            <a:off x="2798064" y="3662172"/>
            <a:ext cx="466344" cy="614014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3450" b="1">
                <a:solidFill>
                  <a:srgbClr val="233E6F"/>
                </a:solidFill>
                <a:latin typeface="Futura" panose="020B0604020202020204" charset="0"/>
              </a:rPr>
              <a:t>→</a:t>
            </a:r>
          </a:p>
        </p:txBody>
      </p:sp>
      <p:sp>
        <p:nvSpPr>
          <p:cNvPr id="53" name="Rounded Rectangle 11">
            <a:extLst>
              <a:ext uri="{FF2B5EF4-FFF2-40B4-BE49-F238E27FC236}">
                <a16:creationId xmlns:a16="http://schemas.microsoft.com/office/drawing/2014/main" id="{1C614533-A3CF-A96F-D6A2-B7BCE2D49E9B}"/>
              </a:ext>
            </a:extLst>
          </p:cNvPr>
          <p:cNvSpPr/>
          <p:nvPr/>
        </p:nvSpPr>
        <p:spPr>
          <a:xfrm>
            <a:off x="2962656" y="3086100"/>
            <a:ext cx="1947672" cy="1920240"/>
          </a:xfrm>
          <a:prstGeom prst="roundRect">
            <a:avLst/>
          </a:prstGeom>
          <a:solidFill>
            <a:srgbClr val="F3F6FA"/>
          </a:solidFill>
          <a:ln>
            <a:solidFill>
              <a:srgbClr val="FA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FD6C6E-73C3-4E3F-5482-F376D5154C32}"/>
              </a:ext>
            </a:extLst>
          </p:cNvPr>
          <p:cNvSpPr txBox="1"/>
          <p:nvPr/>
        </p:nvSpPr>
        <p:spPr>
          <a:xfrm>
            <a:off x="3058669" y="3429000"/>
            <a:ext cx="1755647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400" b="1">
                <a:solidFill>
                  <a:srgbClr val="FABF00"/>
                </a:solidFill>
                <a:latin typeface="Futura" panose="020B0604020202020204" charset="0"/>
              </a:rPr>
              <a:t>SOL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6FB291-EEC3-4DDE-E073-095850697CA5}"/>
              </a:ext>
            </a:extLst>
          </p:cNvPr>
          <p:cNvSpPr txBox="1"/>
          <p:nvPr/>
        </p:nvSpPr>
        <p:spPr>
          <a:xfrm>
            <a:off x="3072384" y="3977640"/>
            <a:ext cx="1728216" cy="38318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1950">
                <a:solidFill>
                  <a:srgbClr val="233E6F"/>
                </a:solidFill>
                <a:latin typeface="Futura" panose="020B0604020202020204" charset="0"/>
              </a:rPr>
              <a:t>posição solar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336ECA-E1A6-7D04-203E-EA02490CAF68}"/>
              </a:ext>
            </a:extLst>
          </p:cNvPr>
          <p:cNvSpPr txBox="1"/>
          <p:nvPr/>
        </p:nvSpPr>
        <p:spPr>
          <a:xfrm>
            <a:off x="4937760" y="3662172"/>
            <a:ext cx="466344" cy="614014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3450" b="1">
                <a:solidFill>
                  <a:srgbClr val="233E6F"/>
                </a:solidFill>
                <a:latin typeface="Futura" panose="020B0604020202020204" charset="0"/>
              </a:rPr>
              <a:t>→</a:t>
            </a:r>
          </a:p>
        </p:txBody>
      </p:sp>
      <p:sp>
        <p:nvSpPr>
          <p:cNvPr id="69" name="Rounded Rectangle 15">
            <a:extLst>
              <a:ext uri="{FF2B5EF4-FFF2-40B4-BE49-F238E27FC236}">
                <a16:creationId xmlns:a16="http://schemas.microsoft.com/office/drawing/2014/main" id="{F61DEFDC-3CA7-B08F-1A03-2FC6E1664736}"/>
              </a:ext>
            </a:extLst>
          </p:cNvPr>
          <p:cNvSpPr/>
          <p:nvPr/>
        </p:nvSpPr>
        <p:spPr>
          <a:xfrm>
            <a:off x="5102352" y="3086100"/>
            <a:ext cx="1947672" cy="1920240"/>
          </a:xfrm>
          <a:prstGeom prst="roundRect">
            <a:avLst/>
          </a:prstGeom>
          <a:solidFill>
            <a:srgbClr val="F3F6FA"/>
          </a:solidFill>
          <a:ln>
            <a:solidFill>
              <a:srgbClr val="377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5288DF4-1214-FF81-E07A-96038B973DEC}"/>
              </a:ext>
            </a:extLst>
          </p:cNvPr>
          <p:cNvSpPr txBox="1"/>
          <p:nvPr/>
        </p:nvSpPr>
        <p:spPr>
          <a:xfrm>
            <a:off x="5198365" y="3429000"/>
            <a:ext cx="1755647" cy="390876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000" b="1" dirty="0">
                <a:solidFill>
                  <a:srgbClr val="3775B7"/>
                </a:solidFill>
                <a:latin typeface="Futura" panose="020B0604020202020204" charset="0"/>
              </a:rPr>
              <a:t>IRRADIÂNCIA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D8D6AB9-DFBE-A58C-2AFD-5F26EAB12DD6}"/>
              </a:ext>
            </a:extLst>
          </p:cNvPr>
          <p:cNvSpPr txBox="1"/>
          <p:nvPr/>
        </p:nvSpPr>
        <p:spPr>
          <a:xfrm>
            <a:off x="5212080" y="3977640"/>
            <a:ext cx="1728216" cy="38318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1950">
                <a:solidFill>
                  <a:srgbClr val="233E6F"/>
                </a:solidFill>
                <a:latin typeface="Futura" panose="020B0604020202020204" charset="0"/>
              </a:rPr>
              <a:t>GHI/DNI/DHI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C10F84-9B37-458A-ABE3-8F5B5EE8DA8C}"/>
              </a:ext>
            </a:extLst>
          </p:cNvPr>
          <p:cNvSpPr txBox="1"/>
          <p:nvPr/>
        </p:nvSpPr>
        <p:spPr>
          <a:xfrm>
            <a:off x="7077456" y="3662172"/>
            <a:ext cx="466344" cy="614014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3450" b="1">
                <a:solidFill>
                  <a:srgbClr val="233E6F"/>
                </a:solidFill>
                <a:latin typeface="Futura" panose="020B0604020202020204" charset="0"/>
              </a:rPr>
              <a:t>→</a:t>
            </a:r>
          </a:p>
        </p:txBody>
      </p:sp>
      <p:sp>
        <p:nvSpPr>
          <p:cNvPr id="85" name="Rounded Rectangle 19">
            <a:extLst>
              <a:ext uri="{FF2B5EF4-FFF2-40B4-BE49-F238E27FC236}">
                <a16:creationId xmlns:a16="http://schemas.microsoft.com/office/drawing/2014/main" id="{2930DAD6-DEC0-F33B-F13A-9F1A40C0203C}"/>
              </a:ext>
            </a:extLst>
          </p:cNvPr>
          <p:cNvSpPr/>
          <p:nvPr/>
        </p:nvSpPr>
        <p:spPr>
          <a:xfrm>
            <a:off x="7242048" y="3086100"/>
            <a:ext cx="1947672" cy="1920240"/>
          </a:xfrm>
          <a:prstGeom prst="roundRect">
            <a:avLst/>
          </a:prstGeom>
          <a:solidFill>
            <a:srgbClr val="F3F6FA"/>
          </a:solidFill>
          <a:ln>
            <a:solidFill>
              <a:srgbClr val="4BA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9BECB1F-5ABA-D083-62E8-9AC08467AF23}"/>
              </a:ext>
            </a:extLst>
          </p:cNvPr>
          <p:cNvSpPr txBox="1"/>
          <p:nvPr/>
        </p:nvSpPr>
        <p:spPr>
          <a:xfrm>
            <a:off x="7338061" y="3429000"/>
            <a:ext cx="1755647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400" b="1">
                <a:solidFill>
                  <a:srgbClr val="4BAAC8"/>
                </a:solidFill>
                <a:latin typeface="Futura" panose="020B0604020202020204" charset="0"/>
              </a:rPr>
              <a:t>POA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E5FC012-421F-F20E-9339-EE5DBEB54E41}"/>
              </a:ext>
            </a:extLst>
          </p:cNvPr>
          <p:cNvSpPr txBox="1"/>
          <p:nvPr/>
        </p:nvSpPr>
        <p:spPr>
          <a:xfrm>
            <a:off x="7351776" y="3977640"/>
            <a:ext cx="1728216" cy="38318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1950">
                <a:solidFill>
                  <a:srgbClr val="233E6F"/>
                </a:solidFill>
                <a:latin typeface="Futura" panose="020B0604020202020204" charset="0"/>
              </a:rPr>
              <a:t>transposição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4F023DA-AB56-20A7-8DEC-64E17AC7C9D8}"/>
              </a:ext>
            </a:extLst>
          </p:cNvPr>
          <p:cNvSpPr txBox="1"/>
          <p:nvPr/>
        </p:nvSpPr>
        <p:spPr>
          <a:xfrm>
            <a:off x="9217152" y="3662172"/>
            <a:ext cx="466344" cy="614014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3450" b="1">
                <a:solidFill>
                  <a:srgbClr val="233E6F"/>
                </a:solidFill>
                <a:latin typeface="Futura" panose="020B0604020202020204" charset="0"/>
              </a:rPr>
              <a:t>→</a:t>
            </a:r>
          </a:p>
        </p:txBody>
      </p:sp>
      <p:sp>
        <p:nvSpPr>
          <p:cNvPr id="93" name="Rounded Rectangle 23">
            <a:extLst>
              <a:ext uri="{FF2B5EF4-FFF2-40B4-BE49-F238E27FC236}">
                <a16:creationId xmlns:a16="http://schemas.microsoft.com/office/drawing/2014/main" id="{321B9EF3-F292-C4B1-5F33-C111D6355B4D}"/>
              </a:ext>
            </a:extLst>
          </p:cNvPr>
          <p:cNvSpPr/>
          <p:nvPr/>
        </p:nvSpPr>
        <p:spPr>
          <a:xfrm>
            <a:off x="9381744" y="3086100"/>
            <a:ext cx="1947672" cy="1920240"/>
          </a:xfrm>
          <a:prstGeom prst="roundRect">
            <a:avLst/>
          </a:prstGeom>
          <a:solidFill>
            <a:srgbClr val="F3F6FA"/>
          </a:solidFill>
          <a:ln>
            <a:solidFill>
              <a:srgbClr val="EB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92FA313-2281-8B6A-EEF3-DBCFF9322EA3}"/>
              </a:ext>
            </a:extLst>
          </p:cNvPr>
          <p:cNvSpPr txBox="1"/>
          <p:nvPr/>
        </p:nvSpPr>
        <p:spPr>
          <a:xfrm>
            <a:off x="9477757" y="3429000"/>
            <a:ext cx="1755647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400" b="1">
                <a:solidFill>
                  <a:srgbClr val="EB8B28"/>
                </a:solidFill>
                <a:latin typeface="Futura" panose="020B0604020202020204" charset="0"/>
              </a:rPr>
              <a:t>TEMP.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F62C8EC-BD56-255C-2A0A-5B555F7E5CB8}"/>
              </a:ext>
            </a:extLst>
          </p:cNvPr>
          <p:cNvSpPr txBox="1"/>
          <p:nvPr/>
        </p:nvSpPr>
        <p:spPr>
          <a:xfrm>
            <a:off x="9491472" y="3977640"/>
            <a:ext cx="1728216" cy="38318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1950">
                <a:solidFill>
                  <a:srgbClr val="233E6F"/>
                </a:solidFill>
                <a:latin typeface="Futura" panose="020B0604020202020204" charset="0"/>
              </a:rPr>
              <a:t>Tcell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2CCF70A-373F-6BF2-B383-E6CDC36313F1}"/>
              </a:ext>
            </a:extLst>
          </p:cNvPr>
          <p:cNvSpPr txBox="1"/>
          <p:nvPr/>
        </p:nvSpPr>
        <p:spPr>
          <a:xfrm>
            <a:off x="11356847" y="3662172"/>
            <a:ext cx="466344" cy="614014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3450" b="1">
                <a:solidFill>
                  <a:srgbClr val="233E6F"/>
                </a:solidFill>
                <a:latin typeface="Futura" panose="020B0604020202020204" charset="0"/>
              </a:rPr>
              <a:t>→</a:t>
            </a:r>
          </a:p>
        </p:txBody>
      </p:sp>
      <p:sp>
        <p:nvSpPr>
          <p:cNvPr id="101" name="Rounded Rectangle 27">
            <a:extLst>
              <a:ext uri="{FF2B5EF4-FFF2-40B4-BE49-F238E27FC236}">
                <a16:creationId xmlns:a16="http://schemas.microsoft.com/office/drawing/2014/main" id="{9E7CC9A6-C784-6E32-2871-B12DEE61891B}"/>
              </a:ext>
            </a:extLst>
          </p:cNvPr>
          <p:cNvSpPr/>
          <p:nvPr/>
        </p:nvSpPr>
        <p:spPr>
          <a:xfrm>
            <a:off x="11521440" y="3086100"/>
            <a:ext cx="1947672" cy="1920240"/>
          </a:xfrm>
          <a:prstGeom prst="roundRect">
            <a:avLst/>
          </a:prstGeom>
          <a:solidFill>
            <a:srgbClr val="F3F6FA"/>
          </a:solidFill>
          <a:ln>
            <a:solidFill>
              <a:srgbClr val="F72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3FDA709-16A7-74FD-933D-2A0D4DF45643}"/>
              </a:ext>
            </a:extLst>
          </p:cNvPr>
          <p:cNvSpPr txBox="1"/>
          <p:nvPr/>
        </p:nvSpPr>
        <p:spPr>
          <a:xfrm>
            <a:off x="11617453" y="3429000"/>
            <a:ext cx="1755647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400" b="1">
                <a:solidFill>
                  <a:srgbClr val="F72F19"/>
                </a:solidFill>
                <a:latin typeface="Futura" panose="020B0604020202020204" charset="0"/>
              </a:rPr>
              <a:t>MÓDULO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CA5D18C-E7D1-E6B5-7655-E3BC9E734B71}"/>
              </a:ext>
            </a:extLst>
          </p:cNvPr>
          <p:cNvSpPr txBox="1"/>
          <p:nvPr/>
        </p:nvSpPr>
        <p:spPr>
          <a:xfrm>
            <a:off x="11631168" y="3977640"/>
            <a:ext cx="1728216" cy="38318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1950">
                <a:solidFill>
                  <a:srgbClr val="233E6F"/>
                </a:solidFill>
                <a:latin typeface="Futura" panose="020B0604020202020204" charset="0"/>
              </a:rPr>
              <a:t>DC / I–V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0BE3378-30B1-5134-B4C5-AF053B6BC5E1}"/>
              </a:ext>
            </a:extLst>
          </p:cNvPr>
          <p:cNvSpPr txBox="1"/>
          <p:nvPr/>
        </p:nvSpPr>
        <p:spPr>
          <a:xfrm>
            <a:off x="13496544" y="3662172"/>
            <a:ext cx="466344" cy="614014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3450" b="1">
                <a:solidFill>
                  <a:srgbClr val="233E6F"/>
                </a:solidFill>
                <a:latin typeface="Futura" panose="020B0604020202020204" charset="0"/>
              </a:rPr>
              <a:t>→</a:t>
            </a:r>
          </a:p>
        </p:txBody>
      </p:sp>
      <p:sp>
        <p:nvSpPr>
          <p:cNvPr id="109" name="Rounded Rectangle 31">
            <a:extLst>
              <a:ext uri="{FF2B5EF4-FFF2-40B4-BE49-F238E27FC236}">
                <a16:creationId xmlns:a16="http://schemas.microsoft.com/office/drawing/2014/main" id="{56D36CDB-B6BE-98EF-2D8A-116A6AB1F7CD}"/>
              </a:ext>
            </a:extLst>
          </p:cNvPr>
          <p:cNvSpPr/>
          <p:nvPr/>
        </p:nvSpPr>
        <p:spPr>
          <a:xfrm>
            <a:off x="13661136" y="3086100"/>
            <a:ext cx="1947672" cy="1920240"/>
          </a:xfrm>
          <a:prstGeom prst="roundRect">
            <a:avLst/>
          </a:prstGeom>
          <a:solidFill>
            <a:srgbClr val="F3F6FA"/>
          </a:solidFill>
          <a:ln>
            <a:solidFill>
              <a:srgbClr val="233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C508DEF-9097-E0FE-82EE-2C031FC555ED}"/>
              </a:ext>
            </a:extLst>
          </p:cNvPr>
          <p:cNvSpPr txBox="1"/>
          <p:nvPr/>
        </p:nvSpPr>
        <p:spPr>
          <a:xfrm>
            <a:off x="13757149" y="3429000"/>
            <a:ext cx="1755647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400" b="1">
                <a:solidFill>
                  <a:srgbClr val="233E6F"/>
                </a:solidFill>
                <a:latin typeface="Futura" panose="020B0604020202020204" charset="0"/>
              </a:rPr>
              <a:t>INVERSOR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EA2113E-8424-BDD6-7575-53D5761715BE}"/>
              </a:ext>
            </a:extLst>
          </p:cNvPr>
          <p:cNvSpPr txBox="1"/>
          <p:nvPr/>
        </p:nvSpPr>
        <p:spPr>
          <a:xfrm>
            <a:off x="13770864" y="3977640"/>
            <a:ext cx="1728216" cy="38318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1950">
                <a:solidFill>
                  <a:srgbClr val="233E6F"/>
                </a:solidFill>
                <a:latin typeface="Futura" panose="020B0604020202020204" charset="0"/>
              </a:rPr>
              <a:t>AC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9D6AC05-0065-6E8C-C98C-5F378E2EF837}"/>
              </a:ext>
            </a:extLst>
          </p:cNvPr>
          <p:cNvSpPr txBox="1"/>
          <p:nvPr/>
        </p:nvSpPr>
        <p:spPr>
          <a:xfrm>
            <a:off x="15636240" y="3662172"/>
            <a:ext cx="466344" cy="614014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3450" b="1">
                <a:solidFill>
                  <a:srgbClr val="233E6F"/>
                </a:solidFill>
                <a:latin typeface="Futura" panose="020B0604020202020204" charset="0"/>
              </a:rPr>
              <a:t>→</a:t>
            </a:r>
          </a:p>
        </p:txBody>
      </p:sp>
      <p:sp>
        <p:nvSpPr>
          <p:cNvPr id="117" name="Rounded Rectangle 35">
            <a:extLst>
              <a:ext uri="{FF2B5EF4-FFF2-40B4-BE49-F238E27FC236}">
                <a16:creationId xmlns:a16="http://schemas.microsoft.com/office/drawing/2014/main" id="{451B55A5-E256-FA13-94E4-AB23FD719990}"/>
              </a:ext>
            </a:extLst>
          </p:cNvPr>
          <p:cNvSpPr/>
          <p:nvPr/>
        </p:nvSpPr>
        <p:spPr>
          <a:xfrm>
            <a:off x="15800832" y="3086100"/>
            <a:ext cx="1947672" cy="1920240"/>
          </a:xfrm>
          <a:prstGeom prst="roundRect">
            <a:avLst/>
          </a:prstGeom>
          <a:solidFill>
            <a:srgbClr val="F3F6FA"/>
          </a:solidFill>
          <a:ln>
            <a:solidFill>
              <a:srgbClr val="64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B04DE21-6CB1-FC75-2CF3-02BA82A84AFF}"/>
              </a:ext>
            </a:extLst>
          </p:cNvPr>
          <p:cNvSpPr txBox="1"/>
          <p:nvPr/>
        </p:nvSpPr>
        <p:spPr>
          <a:xfrm>
            <a:off x="15896845" y="3429000"/>
            <a:ext cx="1755647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400" b="1">
                <a:solidFill>
                  <a:srgbClr val="645096"/>
                </a:solidFill>
                <a:latin typeface="Futura" panose="020B0604020202020204" charset="0"/>
              </a:rPr>
              <a:t>KPIs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BE5EA8D-BFF7-D596-9D4F-41B2412BC18E}"/>
              </a:ext>
            </a:extLst>
          </p:cNvPr>
          <p:cNvSpPr txBox="1"/>
          <p:nvPr/>
        </p:nvSpPr>
        <p:spPr>
          <a:xfrm>
            <a:off x="15910560" y="3977640"/>
            <a:ext cx="1728216" cy="38318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1950">
                <a:solidFill>
                  <a:srgbClr val="233E6F"/>
                </a:solidFill>
                <a:latin typeface="Futura" panose="020B0604020202020204" charset="0"/>
              </a:rPr>
              <a:t>PR, Yield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65203E2-163B-C6EC-C355-13611435DA37}"/>
              </a:ext>
            </a:extLst>
          </p:cNvPr>
          <p:cNvSpPr txBox="1"/>
          <p:nvPr/>
        </p:nvSpPr>
        <p:spPr>
          <a:xfrm>
            <a:off x="1371600" y="5897881"/>
            <a:ext cx="15087600" cy="498598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sz="2700" b="1">
                <a:solidFill>
                  <a:srgbClr val="233E6F"/>
                </a:solidFill>
                <a:latin typeface="Futura" panose="020B0604020202020204" charset="0"/>
              </a:rPr>
              <a:t>Durante o minicurso vamos “abrir” cada etapa e depois fechar a cadeia completa.</a:t>
            </a:r>
          </a:p>
        </p:txBody>
      </p:sp>
      <p:sp>
        <p:nvSpPr>
          <p:cNvPr id="125" name="Rounded Rectangle 39">
            <a:extLst>
              <a:ext uri="{FF2B5EF4-FFF2-40B4-BE49-F238E27FC236}">
                <a16:creationId xmlns:a16="http://schemas.microsoft.com/office/drawing/2014/main" id="{8F4FBB5C-C6E5-F153-3EDB-A6C268D2111E}"/>
              </a:ext>
            </a:extLst>
          </p:cNvPr>
          <p:cNvSpPr/>
          <p:nvPr/>
        </p:nvSpPr>
        <p:spPr>
          <a:xfrm>
            <a:off x="4183380" y="6789420"/>
            <a:ext cx="9875520" cy="1261872"/>
          </a:xfrm>
          <a:prstGeom prst="roundRect">
            <a:avLst/>
          </a:prstGeom>
          <a:solidFill>
            <a:srgbClr val="22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2576A97-DB7D-88DA-9E82-FAEC1F56732F}"/>
              </a:ext>
            </a:extLst>
          </p:cNvPr>
          <p:cNvSpPr txBox="1"/>
          <p:nvPr/>
        </p:nvSpPr>
        <p:spPr>
          <a:xfrm>
            <a:off x="4389119" y="6954013"/>
            <a:ext cx="9464040" cy="729430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100">
                <a:solidFill>
                  <a:srgbClr val="E1EDF4"/>
                </a:solidFill>
                <a:latin typeface="Futura" panose="020B0604020202020204" charset="0"/>
              </a:rPr>
              <a:t>import pvlib
from pvlib import irradiance, temperature, pvsystem</a:t>
            </a:r>
          </a:p>
        </p:txBody>
      </p:sp>
    </p:spTree>
    <p:extLst>
      <p:ext uri="{BB962C8B-B14F-4D97-AF65-F5344CB8AC3E}">
        <p14:creationId xmlns:p14="http://schemas.microsoft.com/office/powerpoint/2010/main" val="2566003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D00E9-73B4-D768-640B-97EE172BE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C2FF49-0AD8-E5C3-EB51-6E1F035181FD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B28DFF5-7215-D0DC-85D6-0B4AACE16F8A}"/>
              </a:ext>
            </a:extLst>
          </p:cNvPr>
          <p:cNvSpPr txBox="1"/>
          <p:nvPr/>
        </p:nvSpPr>
        <p:spPr>
          <a:xfrm>
            <a:off x="1527172" y="1261967"/>
            <a:ext cx="5200501" cy="328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CADEIA DE MODELOS FÍSICO PARA ESTIMATIVA DE GERAÇÃO FV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2846BBB-6AEA-A39F-1C39-A3415CF68282}"/>
              </a:ext>
            </a:extLst>
          </p:cNvPr>
          <p:cNvGrpSpPr/>
          <p:nvPr/>
        </p:nvGrpSpPr>
        <p:grpSpPr>
          <a:xfrm>
            <a:off x="15125700" y="9258300"/>
            <a:ext cx="2133600" cy="956691"/>
            <a:chOff x="0" y="0"/>
            <a:chExt cx="2844800" cy="127558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936AB69-C38B-CA7E-D6A1-D8CB8C73AF36}"/>
                </a:ext>
              </a:extLst>
            </p:cNvPr>
            <p:cNvSpPr/>
            <p:nvPr/>
          </p:nvSpPr>
          <p:spPr>
            <a:xfrm>
              <a:off x="0" y="0"/>
              <a:ext cx="2844800" cy="1275592"/>
            </a:xfrm>
            <a:custGeom>
              <a:avLst/>
              <a:gdLst/>
              <a:ahLst/>
              <a:cxnLst/>
              <a:rect l="l" t="t" r="r" b="b"/>
              <a:pathLst>
                <a:path w="2844800" h="1275592">
                  <a:moveTo>
                    <a:pt x="0" y="0"/>
                  </a:moveTo>
                  <a:lnTo>
                    <a:pt x="2844800" y="0"/>
                  </a:lnTo>
                  <a:lnTo>
                    <a:pt x="2844800" y="1275592"/>
                  </a:lnTo>
                  <a:lnTo>
                    <a:pt x="0" y="1275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372" b="374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5C6BDFC-663E-161E-C1A1-C0F5BCA49B19}"/>
                </a:ext>
              </a:extLst>
            </p:cNvPr>
            <p:cNvSpPr txBox="1"/>
            <p:nvPr/>
          </p:nvSpPr>
          <p:spPr>
            <a:xfrm>
              <a:off x="0" y="0"/>
              <a:ext cx="2844800" cy="1275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799"/>
                </a:lnSpc>
              </a:pPr>
              <a:r>
                <a:rPr lang="en-US" sz="3999">
                  <a:solidFill>
                    <a:srgbClr val="CACACA"/>
                  </a:solidFill>
                  <a:latin typeface="Oswald"/>
                  <a:ea typeface="Oswald"/>
                  <a:cs typeface="Oswald"/>
                  <a:sym typeface="Oswald"/>
                </a:rPr>
                <a:t>15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D8716AB-47C7-718D-4D41-C82772B82FA9}"/>
              </a:ext>
            </a:extLst>
          </p:cNvPr>
          <p:cNvGrpSpPr/>
          <p:nvPr/>
        </p:nvGrpSpPr>
        <p:grpSpPr>
          <a:xfrm>
            <a:off x="7119571" y="8908910"/>
            <a:ext cx="4023464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886A27F-A747-891F-1EB3-A82B502837FB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33EA5EE-17B4-BEC5-B5D7-AB120EE9F667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28592FB-98E3-0112-58EE-0554C8B4BC78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58F2F1C6-503D-0D86-5884-37C1091D668C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12C76816-E50D-6026-F6BF-4E6756DCEB6F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02D04D2D-3C22-63FF-93AE-AF5AEAE67F8B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AD5821ED-7A4B-7344-D1AA-503B4961FAB3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479415EB-9EEE-4B8F-B0D1-BC6D4DC8CB98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7265E58B-AE19-EAB4-1F36-536A415CECA7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6B1B5BDE-86D1-7B57-2F33-96C9F88D1652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63E3A77D-F8CF-E1F2-483F-1923B738E4A1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9DF86714-1B91-5FE1-FBF4-09C9D22BA7EF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3E6F1D52-A31B-CF41-6D1E-0313210D8738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353F01A7-735B-8FE9-290F-B03024734CBB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DB3A9816-4EA4-4F21-4D83-2263E38CE399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C43995B3-776E-6FF7-D2C6-A5F89C24FD6C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39345618-48B3-60B1-5CDC-D38419B8ED04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D8B60910-1628-1143-1613-DFF5ADB03F41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F820844-02CD-269A-AEAB-A7B63C021C52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ABBDAE7-C8A2-6BEF-21C4-63D4F69D1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522" y="927732"/>
            <a:ext cx="9901478" cy="766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629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65B0F-A545-C696-18A2-F5B1D13C4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BF8A5A-54BB-25EF-3E80-C14CC41067CD}"/>
              </a:ext>
            </a:extLst>
          </p:cNvPr>
          <p:cNvSpPr/>
          <p:nvPr/>
        </p:nvSpPr>
        <p:spPr>
          <a:xfrm rot="-5400000" flipH="1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0" y="18288000"/>
                </a:ln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56" r="-906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C1C41E3-679A-9619-20A0-E59F0B3D6BD2}"/>
              </a:ext>
            </a:extLst>
          </p:cNvPr>
          <p:cNvSpPr/>
          <p:nvPr/>
        </p:nvSpPr>
        <p:spPr>
          <a:xfrm>
            <a:off x="0" y="2930085"/>
            <a:ext cx="18317499" cy="3490751"/>
          </a:xfrm>
          <a:custGeom>
            <a:avLst/>
            <a:gdLst/>
            <a:ahLst/>
            <a:cxnLst/>
            <a:rect l="l" t="t" r="r" b="b"/>
            <a:pathLst>
              <a:path w="18317499" h="3490751">
                <a:moveTo>
                  <a:pt x="0" y="0"/>
                </a:moveTo>
                <a:lnTo>
                  <a:pt x="18317499" y="0"/>
                </a:lnTo>
                <a:lnTo>
                  <a:pt x="18317499" y="3490751"/>
                </a:lnTo>
                <a:lnTo>
                  <a:pt x="0" y="3490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890DADA-1FE3-3B44-A742-EBD1616C662E}"/>
              </a:ext>
            </a:extLst>
          </p:cNvPr>
          <p:cNvSpPr txBox="1"/>
          <p:nvPr/>
        </p:nvSpPr>
        <p:spPr>
          <a:xfrm>
            <a:off x="609599" y="4281858"/>
            <a:ext cx="17068799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pt-BR" sz="5400" b="1" spc="642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Dados </a:t>
            </a:r>
            <a:r>
              <a:rPr lang="pt-BR" sz="5400" b="1" spc="642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solarimétricos</a:t>
            </a:r>
            <a:r>
              <a:rPr lang="pt-BR" sz="5400" b="1" spc="642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, APIs e qualidade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D4B48C8-CE7D-3A12-FC60-B19B4F77521A}"/>
              </a:ext>
            </a:extLst>
          </p:cNvPr>
          <p:cNvGrpSpPr/>
          <p:nvPr/>
        </p:nvGrpSpPr>
        <p:grpSpPr>
          <a:xfrm>
            <a:off x="15267642" y="9330309"/>
            <a:ext cx="2133600" cy="956691"/>
            <a:chOff x="0" y="0"/>
            <a:chExt cx="2844800" cy="127558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835656D-F9CB-168B-F285-FF4432A2AC45}"/>
                </a:ext>
              </a:extLst>
            </p:cNvPr>
            <p:cNvSpPr/>
            <p:nvPr/>
          </p:nvSpPr>
          <p:spPr>
            <a:xfrm>
              <a:off x="0" y="0"/>
              <a:ext cx="2844800" cy="1275592"/>
            </a:xfrm>
            <a:custGeom>
              <a:avLst/>
              <a:gdLst/>
              <a:ahLst/>
              <a:cxnLst/>
              <a:rect l="l" t="t" r="r" b="b"/>
              <a:pathLst>
                <a:path w="2844800" h="1275592">
                  <a:moveTo>
                    <a:pt x="0" y="0"/>
                  </a:moveTo>
                  <a:lnTo>
                    <a:pt x="2844800" y="0"/>
                  </a:lnTo>
                  <a:lnTo>
                    <a:pt x="2844800" y="1275592"/>
                  </a:lnTo>
                  <a:lnTo>
                    <a:pt x="0" y="1275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372" b="374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9BBCA80-1959-C1FC-DC1F-6790E6751EFC}"/>
                </a:ext>
              </a:extLst>
            </p:cNvPr>
            <p:cNvSpPr txBox="1"/>
            <p:nvPr/>
          </p:nvSpPr>
          <p:spPr>
            <a:xfrm>
              <a:off x="0" y="0"/>
              <a:ext cx="2844800" cy="1275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799"/>
                </a:lnSpc>
              </a:pPr>
              <a:r>
                <a:rPr lang="en-US" sz="3999" spc="475">
                  <a:solidFill>
                    <a:srgbClr val="CACACA"/>
                  </a:solidFill>
                  <a:latin typeface="Oswald"/>
                  <a:ea typeface="Oswald"/>
                  <a:cs typeface="Oswald"/>
                  <a:sym typeface="Oswald"/>
                </a:rPr>
                <a:t>7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3D556E2-2908-35E7-B08E-4EF11F3D5BD4}"/>
              </a:ext>
            </a:extLst>
          </p:cNvPr>
          <p:cNvGrpSpPr/>
          <p:nvPr/>
        </p:nvGrpSpPr>
        <p:grpSpPr>
          <a:xfrm>
            <a:off x="1028700" y="467376"/>
            <a:ext cx="4152900" cy="1161941"/>
            <a:chOff x="0" y="-66675"/>
            <a:chExt cx="5537199" cy="1549255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AF2BC0D-409B-E00A-F9E3-6518475937BE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9A274AD5-41EC-BA99-0E08-F262F114C6AB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930082F-C378-6E95-B5DE-3CEF54CD4C97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C04C9BE-BB19-CBA4-D67E-36348171C516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AAAAA37-5DB0-BB36-EF01-56D78DEE25DE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32AED6DA-93CC-E5CD-3DBC-FFB646A2F62A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05F2E29B-C214-B902-80A6-349195A10B7F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748F38EF-C09F-81E3-039B-E5180C4EC61A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64222161-0940-DC7C-B0A9-DBE1B37BAFD3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9C492AE-84C5-53D9-7245-5ADB896246F2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C32D47A-8298-05F7-75BC-909A2BA78FEA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7879303-A272-A6C2-D12F-5712479EF4A1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328A44A-6B54-AD72-1727-D9A98F47D2F9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9BDE81AE-9B12-1AB9-0997-0FE20A290A59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AE71C970-37CF-D3E8-D4F8-A00091DAAF72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DCD8A098-49E8-5206-DB10-83864871C6E6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BCEEDFB1-2395-7098-A822-074324C8EFA9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941C1CF5-518F-27FE-E447-A29B375B92BC}"/>
                </a:ext>
              </a:extLst>
            </p:cNvPr>
            <p:cNvSpPr txBox="1"/>
            <p:nvPr/>
          </p:nvSpPr>
          <p:spPr>
            <a:xfrm>
              <a:off x="2480589" y="-66675"/>
              <a:ext cx="3056610" cy="7180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18DFA41-C367-62D1-B4F4-829B5753B3DC}"/>
                </a:ext>
              </a:extLst>
            </p:cNvPr>
            <p:cNvSpPr txBox="1"/>
            <p:nvPr/>
          </p:nvSpPr>
          <p:spPr>
            <a:xfrm>
              <a:off x="2480589" y="559677"/>
              <a:ext cx="3056610" cy="9229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C5F972DE-0E05-2FAB-14E4-0E75A14F4B3C}"/>
              </a:ext>
            </a:extLst>
          </p:cNvPr>
          <p:cNvGrpSpPr/>
          <p:nvPr/>
        </p:nvGrpSpPr>
        <p:grpSpPr>
          <a:xfrm>
            <a:off x="13472500" y="517382"/>
            <a:ext cx="3961967" cy="1022636"/>
            <a:chOff x="0" y="0"/>
            <a:chExt cx="5282622" cy="1363515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35787EF-DF9B-612B-3BEB-F3181877649D}"/>
                </a:ext>
              </a:extLst>
            </p:cNvPr>
            <p:cNvSpPr/>
            <p:nvPr/>
          </p:nvSpPr>
          <p:spPr>
            <a:xfrm>
              <a:off x="3816366" y="0"/>
              <a:ext cx="1466256" cy="1363515"/>
            </a:xfrm>
            <a:custGeom>
              <a:avLst/>
              <a:gdLst/>
              <a:ahLst/>
              <a:cxnLst/>
              <a:rect l="l" t="t" r="r" b="b"/>
              <a:pathLst>
                <a:path w="1466256" h="1363515">
                  <a:moveTo>
                    <a:pt x="0" y="0"/>
                  </a:moveTo>
                  <a:lnTo>
                    <a:pt x="1466256" y="0"/>
                  </a:lnTo>
                  <a:lnTo>
                    <a:pt x="1466256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0593" t="-36322" r="-337402" b="-40583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BBD5F270-DC40-DA98-EF12-4BF20D98BC12}"/>
                </a:ext>
              </a:extLst>
            </p:cNvPr>
            <p:cNvSpPr/>
            <p:nvPr/>
          </p:nvSpPr>
          <p:spPr>
            <a:xfrm>
              <a:off x="2526954" y="0"/>
              <a:ext cx="1209785" cy="1363515"/>
            </a:xfrm>
            <a:custGeom>
              <a:avLst/>
              <a:gdLst/>
              <a:ahLst/>
              <a:cxnLst/>
              <a:rect l="l" t="t" r="r" b="b"/>
              <a:pathLst>
                <a:path w="1209785" h="1363515">
                  <a:moveTo>
                    <a:pt x="0" y="0"/>
                  </a:moveTo>
                  <a:lnTo>
                    <a:pt x="1209785" y="0"/>
                  </a:lnTo>
                  <a:lnTo>
                    <a:pt x="1209785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B4E2C500-6756-24DC-F4A0-D7CDF927A300}"/>
                </a:ext>
              </a:extLst>
            </p:cNvPr>
            <p:cNvSpPr/>
            <p:nvPr/>
          </p:nvSpPr>
          <p:spPr>
            <a:xfrm>
              <a:off x="1318590" y="0"/>
              <a:ext cx="1035931" cy="1363515"/>
            </a:xfrm>
            <a:custGeom>
              <a:avLst/>
              <a:gdLst/>
              <a:ahLst/>
              <a:cxnLst/>
              <a:rect l="l" t="t" r="r" b="b"/>
              <a:pathLst>
                <a:path w="1035931" h="1363515">
                  <a:moveTo>
                    <a:pt x="0" y="0"/>
                  </a:moveTo>
                  <a:lnTo>
                    <a:pt x="1035931" y="0"/>
                  </a:lnTo>
                  <a:lnTo>
                    <a:pt x="1035931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B67B442-AF17-5215-4F34-4CA761324BB7}"/>
                </a:ext>
              </a:extLst>
            </p:cNvPr>
            <p:cNvSpPr/>
            <p:nvPr/>
          </p:nvSpPr>
          <p:spPr>
            <a:xfrm>
              <a:off x="0" y="107502"/>
              <a:ext cx="1318590" cy="1256013"/>
            </a:xfrm>
            <a:custGeom>
              <a:avLst/>
              <a:gdLst/>
              <a:ahLst/>
              <a:cxnLst/>
              <a:rect l="l" t="t" r="r" b="b"/>
              <a:pathLst>
                <a:path w="1318590" h="1256013">
                  <a:moveTo>
                    <a:pt x="0" y="0"/>
                  </a:moveTo>
                  <a:lnTo>
                    <a:pt x="1318590" y="0"/>
                  </a:lnTo>
                  <a:lnTo>
                    <a:pt x="1318590" y="1256013"/>
                  </a:lnTo>
                  <a:lnTo>
                    <a:pt x="0" y="12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7051" t="-52359" r="-231893" b="-537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7465303B-C843-2E5A-AE6A-4B05339EED75}"/>
              </a:ext>
            </a:extLst>
          </p:cNvPr>
          <p:cNvGrpSpPr/>
          <p:nvPr/>
        </p:nvGrpSpPr>
        <p:grpSpPr>
          <a:xfrm>
            <a:off x="0" y="0"/>
            <a:ext cx="18288000" cy="218306"/>
            <a:chOff x="0" y="0"/>
            <a:chExt cx="24384000" cy="291074"/>
          </a:xfrm>
        </p:grpSpPr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A82B3956-D155-9A5A-CC0F-5A4A0E80EBC9}"/>
                </a:ext>
              </a:extLst>
            </p:cNvPr>
            <p:cNvGrpSpPr/>
            <p:nvPr/>
          </p:nvGrpSpPr>
          <p:grpSpPr>
            <a:xfrm>
              <a:off x="0" y="0"/>
              <a:ext cx="3048000" cy="291074"/>
              <a:chOff x="0" y="0"/>
              <a:chExt cx="372945" cy="35615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DB4B50D8-CA6A-1F1E-047A-341A2B017FB5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52F6338A-CA70-8BC3-3321-DA58BFA9F29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B667BEFD-5577-DC5C-3E06-8D5BA99CA2FC}"/>
                </a:ext>
              </a:extLst>
            </p:cNvPr>
            <p:cNvGrpSpPr/>
            <p:nvPr/>
          </p:nvGrpSpPr>
          <p:grpSpPr>
            <a:xfrm>
              <a:off x="3048000" y="0"/>
              <a:ext cx="3048000" cy="291074"/>
              <a:chOff x="0" y="0"/>
              <a:chExt cx="372945" cy="35615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257AFF87-2D32-F61C-D9BF-9DC93C92EDD5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851ABE21-198F-FABE-AD5B-A05DC5D7E067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2EC25385-85DE-5161-73A1-2FC85703C485}"/>
                </a:ext>
              </a:extLst>
            </p:cNvPr>
            <p:cNvGrpSpPr/>
            <p:nvPr/>
          </p:nvGrpSpPr>
          <p:grpSpPr>
            <a:xfrm>
              <a:off x="6096000" y="0"/>
              <a:ext cx="3048000" cy="291074"/>
              <a:chOff x="0" y="0"/>
              <a:chExt cx="372945" cy="35615"/>
            </a:xfrm>
          </p:grpSpPr>
          <p:sp>
            <p:nvSpPr>
              <p:cNvPr id="41" name="Freeform 41">
                <a:extLst>
                  <a:ext uri="{FF2B5EF4-FFF2-40B4-BE49-F238E27FC236}">
                    <a16:creationId xmlns:a16="http://schemas.microsoft.com/office/drawing/2014/main" id="{3BC1DEA8-27BA-C7DB-D990-BC38101C057F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380554B2-4FF0-10E9-65EF-C76EA679CA9D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0747E3A5-5E4F-1FD7-EFDE-B42250379B21}"/>
                </a:ext>
              </a:extLst>
            </p:cNvPr>
            <p:cNvGrpSpPr/>
            <p:nvPr/>
          </p:nvGrpSpPr>
          <p:grpSpPr>
            <a:xfrm>
              <a:off x="9144000" y="0"/>
              <a:ext cx="3048000" cy="291074"/>
              <a:chOff x="0" y="0"/>
              <a:chExt cx="372945" cy="35615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FCBCBC50-626B-F8F3-11CA-EFC4A7246362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>
                <a:extLst>
                  <a:ext uri="{FF2B5EF4-FFF2-40B4-BE49-F238E27FC236}">
                    <a16:creationId xmlns:a16="http://schemas.microsoft.com/office/drawing/2014/main" id="{80BB8348-6FFE-F1AA-B4E4-2CEC2C517759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BD0F7AD2-E3D8-7CF8-932B-537793061D40}"/>
                </a:ext>
              </a:extLst>
            </p:cNvPr>
            <p:cNvGrpSpPr/>
            <p:nvPr/>
          </p:nvGrpSpPr>
          <p:grpSpPr>
            <a:xfrm>
              <a:off x="12192000" y="0"/>
              <a:ext cx="3048000" cy="291074"/>
              <a:chOff x="0" y="0"/>
              <a:chExt cx="372945" cy="35615"/>
            </a:xfrm>
          </p:grpSpPr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24B1BCF7-3A8B-BA43-5196-DB8E3BF3A096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8">
                <a:extLst>
                  <a:ext uri="{FF2B5EF4-FFF2-40B4-BE49-F238E27FC236}">
                    <a16:creationId xmlns:a16="http://schemas.microsoft.com/office/drawing/2014/main" id="{72BA552B-F89C-FDC8-7BB7-1D8DB3625FA8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57ECA6F1-97F8-D876-3F63-391EF22F0C59}"/>
                </a:ext>
              </a:extLst>
            </p:cNvPr>
            <p:cNvGrpSpPr/>
            <p:nvPr/>
          </p:nvGrpSpPr>
          <p:grpSpPr>
            <a:xfrm>
              <a:off x="15240000" y="0"/>
              <a:ext cx="3048000" cy="291074"/>
              <a:chOff x="0" y="0"/>
              <a:chExt cx="372945" cy="35615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245A29B8-BA90-CCF5-E8A5-44815A3C690E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id="{EDCEF908-D9A3-A6EB-432D-3B234F27C540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FEDF3E0B-3098-D348-0FEB-363442B958F6}"/>
                </a:ext>
              </a:extLst>
            </p:cNvPr>
            <p:cNvGrpSpPr/>
            <p:nvPr/>
          </p:nvGrpSpPr>
          <p:grpSpPr>
            <a:xfrm>
              <a:off x="18288000" y="0"/>
              <a:ext cx="3048000" cy="291074"/>
              <a:chOff x="0" y="0"/>
              <a:chExt cx="372945" cy="35615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5FCCB05C-A295-E90B-6851-D4CAF820A124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id="{B80A274D-97E9-A3C6-3FAE-F5FD19387E25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id="{EC5AFE39-2F69-7088-8D27-DD6254D89CD1}"/>
                </a:ext>
              </a:extLst>
            </p:cNvPr>
            <p:cNvGrpSpPr/>
            <p:nvPr/>
          </p:nvGrpSpPr>
          <p:grpSpPr>
            <a:xfrm>
              <a:off x="21336000" y="0"/>
              <a:ext cx="3048000" cy="291074"/>
              <a:chOff x="0" y="0"/>
              <a:chExt cx="372945" cy="35615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BA102C31-D5A7-D551-5EBC-00F813040E71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id="{23691B59-8FC6-D3B3-D13D-316E2EFA3843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5294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56C7C-CB82-2E8E-2272-8E1730B24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25B297B-CC65-D2AA-2100-5F3E59F49D49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9222A79-D511-85A6-00B1-679168B41D41}"/>
              </a:ext>
            </a:extLst>
          </p:cNvPr>
          <p:cNvSpPr txBox="1"/>
          <p:nvPr/>
        </p:nvSpPr>
        <p:spPr>
          <a:xfrm>
            <a:off x="1553588" y="531036"/>
            <a:ext cx="5200501" cy="162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ETAPAS DO PROJETO FV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200607C-4F35-8388-AE04-5C72D2A85756}"/>
              </a:ext>
            </a:extLst>
          </p:cNvPr>
          <p:cNvSpPr txBox="1"/>
          <p:nvPr/>
        </p:nvSpPr>
        <p:spPr>
          <a:xfrm>
            <a:off x="1553589" y="2481585"/>
            <a:ext cx="5304412" cy="3360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4 </a:t>
            </a:r>
            <a:r>
              <a:rPr lang="en-US" sz="4400" dirty="0" err="1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Principais</a:t>
            </a:r>
            <a:r>
              <a:rPr lang="en-US" sz="4400" dirty="0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4400" dirty="0" err="1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Etapas</a:t>
            </a:r>
            <a:endParaRPr lang="en-US" sz="4400" dirty="0">
              <a:solidFill>
                <a:srgbClr val="233C6D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l">
              <a:lnSpc>
                <a:spcPts val="5280"/>
              </a:lnSpc>
            </a:pPr>
            <a:endParaRPr lang="en-US" sz="4400" dirty="0">
              <a:solidFill>
                <a:srgbClr val="233C6D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Cada </a:t>
            </a:r>
            <a:r>
              <a:rPr lang="en-US" sz="4400" dirty="0" err="1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etapa</a:t>
            </a:r>
            <a:r>
              <a:rPr lang="en-US" sz="4400" dirty="0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4400" dirty="0" err="1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requer</a:t>
            </a:r>
            <a:r>
              <a:rPr lang="en-US" sz="4400" dirty="0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 um </a:t>
            </a:r>
            <a:r>
              <a:rPr lang="en-US" sz="4400" dirty="0" err="1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tipo</a:t>
            </a:r>
            <a:r>
              <a:rPr lang="en-US" sz="4400" dirty="0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 de base de dados </a:t>
            </a:r>
            <a:r>
              <a:rPr lang="en-US" sz="4400" dirty="0" err="1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diferente</a:t>
            </a:r>
            <a:endParaRPr lang="en-US" sz="4400" dirty="0">
              <a:solidFill>
                <a:srgbClr val="233C6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E1B5690-CB32-FC31-F4E3-EF0C34CD26DE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08EB435-66D8-151D-89F7-04D6CEE8A1BC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9F95BFE6-2E69-4A03-0803-35F2FF9122A6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4251382-0214-5C5A-8227-EE5F1C4AF91D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3050A430-8B14-CD95-91CD-8DE569753FC2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B4AC5791-FDF1-7E39-F493-252FBE4EDF9A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FA3651A5-FD72-7E2F-A615-FB2BCB9C3FC5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F9F642F0-00B3-42A7-CAA5-3B0E3D634AE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E20C321F-E991-A6B1-6E11-D3A832F56C19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63FC4267-6F1E-AE56-3A9A-0EB30DDE489A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F6E92E0C-2E8D-E38B-F2F0-02BDA7563160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0C59EBD-B097-B92D-9086-E3982FC0380E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113A78F4-E941-78DE-EF13-5EF6F90DA904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5524BF0D-B42C-5B4E-25B9-4B7D0094564C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F296C98B-5008-9FA0-B295-18AA43BD0181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32AC79EC-ED2A-06A3-AE8C-842A33A68AD6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CD364E64-5046-07A8-3B4F-FD144050AF91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94BF1A54-51B3-6EF7-E766-6F5B23A5A7E9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DEFD281D-4B3B-0A62-3909-00F7D68468F9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E89CB5D3-B4ED-2BBB-F1F2-D04AE24CFEEF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5E895278-4BF9-262D-170F-6E199A46CF18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95755C0-5AB2-E775-8720-899B465B54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6520" y="263135"/>
            <a:ext cx="7189245" cy="813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10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272BB-E54C-A622-E397-255D62DEA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CF98E36-C26E-90F5-DCA2-1CF4480C8CF7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3C887BB-3957-60AB-1F10-618C2209AFB6}"/>
              </a:ext>
            </a:extLst>
          </p:cNvPr>
          <p:cNvSpPr txBox="1"/>
          <p:nvPr/>
        </p:nvSpPr>
        <p:spPr>
          <a:xfrm>
            <a:off x="1553588" y="531036"/>
            <a:ext cx="5200501" cy="162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ETAPAS DO PROJETO FV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02692E9-5B2B-5EED-0AA9-E6B1D6313EE2}"/>
              </a:ext>
            </a:extLst>
          </p:cNvPr>
          <p:cNvSpPr txBox="1"/>
          <p:nvPr/>
        </p:nvSpPr>
        <p:spPr>
          <a:xfrm>
            <a:off x="1553589" y="2481585"/>
            <a:ext cx="5304412" cy="3360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4 </a:t>
            </a:r>
            <a:r>
              <a:rPr lang="en-US" sz="4400" dirty="0" err="1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Principais</a:t>
            </a:r>
            <a:r>
              <a:rPr lang="en-US" sz="4400" dirty="0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4400" dirty="0" err="1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Etapas</a:t>
            </a:r>
            <a:endParaRPr lang="en-US" sz="4400" dirty="0">
              <a:solidFill>
                <a:srgbClr val="233C6D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l">
              <a:lnSpc>
                <a:spcPts val="5280"/>
              </a:lnSpc>
            </a:pPr>
            <a:endParaRPr lang="en-US" sz="4400" dirty="0">
              <a:solidFill>
                <a:srgbClr val="233C6D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Cada </a:t>
            </a:r>
            <a:r>
              <a:rPr lang="en-US" sz="4400" dirty="0" err="1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etapa</a:t>
            </a:r>
            <a:r>
              <a:rPr lang="en-US" sz="4400" dirty="0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4400" dirty="0" err="1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requer</a:t>
            </a:r>
            <a:r>
              <a:rPr lang="en-US" sz="4400" dirty="0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 um </a:t>
            </a:r>
            <a:r>
              <a:rPr lang="en-US" sz="4400" dirty="0" err="1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tipo</a:t>
            </a:r>
            <a:r>
              <a:rPr lang="en-US" sz="4400" dirty="0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 de base de dados </a:t>
            </a:r>
            <a:r>
              <a:rPr lang="en-US" sz="4400" dirty="0" err="1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diferente</a:t>
            </a:r>
            <a:endParaRPr lang="en-US" sz="4400" dirty="0">
              <a:solidFill>
                <a:srgbClr val="233C6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1C690EC-BD7C-4A80-D5AD-C5CF378BD9CE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0D38701-4FE9-A617-0200-A0536D68001F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561A943-85EA-3E40-5513-E29BC4ECF30B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2ABF067-E43D-0AAC-C319-CAAEABB8993B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0DFA455-2B05-8E83-3551-D59EA7AC07A3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1612A333-CFD6-E444-F9F8-293444DABC7E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9529831A-8D05-C4B1-DA1D-E2F515AC304A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48BF6B48-AE16-5854-A19F-065A296127F3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C8C1560F-699D-96B4-43F4-B2B86A27DF69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97E40076-8C02-102A-2820-F0E8A7C3D523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312FF09D-D7C7-B23F-0975-826D1FC80A44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B8255A76-BE4A-C6FE-13E7-896B22BF6D3C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0CB5C51B-E3D3-7942-CE22-330AE7F8B2F6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21F606B1-DD92-002E-9BE8-12AD7CA243BA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D816D48E-8F22-1515-EBBA-BF238A505FE0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DF2110FF-EF07-8A7A-A457-A012543E9216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2580E07E-B5EB-6285-4C70-0DF78E19C2A4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A4467E69-272B-439A-0D02-E97E46AC10CE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653ED685-EE1D-0F5A-6761-D182ED895CC1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38E91F1B-7377-D2A2-A7F3-BE832682B090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3866A4D-8FBF-3B34-8D24-C6230D8CE33D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pic>
        <p:nvPicPr>
          <p:cNvPr id="9" name="Picture 8" descr="A diagram of solar resources&#10;&#10;AI-generated content may be incorrect.">
            <a:extLst>
              <a:ext uri="{FF2B5EF4-FFF2-40B4-BE49-F238E27FC236}">
                <a16:creationId xmlns:a16="http://schemas.microsoft.com/office/drawing/2014/main" id="{A5D6D663-188F-3CB3-0DC3-21FBB9B568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3042" y="826147"/>
            <a:ext cx="10046258" cy="759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1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E1E8-B8CC-4C74-E3B4-BEDB2A11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5D6A4CA-17A4-4082-F9F6-F2DA7F64895B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37FF902-C9CB-6466-4089-3E685BD55B80}"/>
              </a:ext>
            </a:extLst>
          </p:cNvPr>
          <p:cNvSpPr txBox="1"/>
          <p:nvPr/>
        </p:nvSpPr>
        <p:spPr>
          <a:xfrm>
            <a:off x="1540891" y="302496"/>
            <a:ext cx="7590412" cy="24543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DE ONDE VÊM OS DADOS PARA MODELAGEM DE USINAS FV?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7ECFF20-BFAA-EF63-3315-782260BD9DD9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57664B6-A317-28C1-DF7F-97249736846B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FC161C8-82D9-C7C7-B54F-6B04E46804D6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34EA164-CCD4-190A-B1FF-D4D6DC8CBACB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419E43F-A325-149B-C291-CC5815EFFD1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6003F357-C085-9DF6-92C6-7045976FC3F9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287B88F1-DA6A-1106-877C-712A34E2D9D1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053F4660-7D83-1844-20FF-1CBCB60FDDF0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44F7D5F9-C7B6-2702-B8A3-FC8B44749469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FFDDC3F3-FE29-8530-F47C-24ACA76010FD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0BCF3D93-58D3-ADB6-151E-63850D15D79D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2FF5DCF-6A90-8D9E-3DAA-57C4079F3159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641B48F3-C36E-3E43-F508-A04B88E804A4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9D474C-23FC-DC23-50FE-A1080FB619D7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8459859D-9A91-87B2-66A5-044E60EF814B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B0929333-DA7B-EE2F-A7D1-0C092DBF9EA2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F257FB0B-6936-2AEC-AE9C-3B5FB5A93118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668B6E4E-D8DF-60AC-0AED-706CD82602E1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607AEC32-9349-6D00-5B27-084EBB6924AD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121B9BD6-A469-5DF1-D7DB-849C2B8A6C06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C11FD26-8BCF-5F86-F866-D2D39092E755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B470409-9E64-1DC1-13CC-DAF772F4D8CD}"/>
              </a:ext>
            </a:extLst>
          </p:cNvPr>
          <p:cNvSpPr txBox="1"/>
          <p:nvPr/>
        </p:nvSpPr>
        <p:spPr>
          <a:xfrm>
            <a:off x="1556131" y="2819714"/>
            <a:ext cx="7361812" cy="56938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3E6F"/>
                </a:solidFill>
                <a:latin typeface="Liberation Sans Narrow"/>
              </a:defRPr>
            </a:pPr>
            <a:r>
              <a:rPr sz="3000" dirty="0">
                <a:latin typeface="Futura" panose="020B0604020202020204" charset="0"/>
              </a:rPr>
              <a:t>• </a:t>
            </a:r>
            <a:r>
              <a:rPr sz="3000" dirty="0" err="1">
                <a:latin typeface="Futura" panose="020B0604020202020204" charset="0"/>
              </a:rPr>
              <a:t>Medições</a:t>
            </a:r>
            <a:r>
              <a:rPr sz="3000" dirty="0">
                <a:latin typeface="Futura" panose="020B0604020202020204" charset="0"/>
              </a:rPr>
              <a:t> </a:t>
            </a:r>
            <a:r>
              <a:rPr sz="3000" dirty="0" err="1">
                <a:latin typeface="Futura" panose="020B0604020202020204" charset="0"/>
              </a:rPr>
              <a:t>em</a:t>
            </a:r>
            <a:r>
              <a:rPr sz="3000" dirty="0">
                <a:latin typeface="Futura" panose="020B0604020202020204" charset="0"/>
              </a:rPr>
              <a:t> campo: </a:t>
            </a:r>
            <a:r>
              <a:rPr sz="3000" dirty="0" err="1">
                <a:latin typeface="Futura" panose="020B0604020202020204" charset="0"/>
              </a:rPr>
              <a:t>piranômetros</a:t>
            </a:r>
            <a:r>
              <a:rPr sz="3000" dirty="0">
                <a:latin typeface="Futura" panose="020B0604020202020204" charset="0"/>
              </a:rPr>
              <a:t>, </a:t>
            </a:r>
            <a:r>
              <a:rPr sz="3000" dirty="0" err="1">
                <a:latin typeface="Futura" panose="020B0604020202020204" charset="0"/>
              </a:rPr>
              <a:t>temperatura</a:t>
            </a:r>
            <a:r>
              <a:rPr sz="3000" dirty="0">
                <a:latin typeface="Futura" panose="020B0604020202020204" charset="0"/>
              </a:rPr>
              <a:t>, </a:t>
            </a:r>
            <a:r>
              <a:rPr sz="3000" dirty="0" err="1">
                <a:latin typeface="Futura" panose="020B0604020202020204" charset="0"/>
              </a:rPr>
              <a:t>vento</a:t>
            </a:r>
            <a:r>
              <a:rPr sz="3000" dirty="0">
                <a:latin typeface="Futura" panose="020B0604020202020204" charset="0"/>
              </a:rPr>
              <a:t> e SCADA.</a:t>
            </a:r>
            <a:endParaRPr lang="pt-BR" sz="3000" dirty="0">
              <a:latin typeface="Futura" panose="020B0604020202020204" charset="0"/>
            </a:endParaRPr>
          </a:p>
          <a:p>
            <a:pPr>
              <a:spcAft>
                <a:spcPts val="800"/>
              </a:spcAft>
              <a:defRPr sz="1700">
                <a:solidFill>
                  <a:srgbClr val="233E6F"/>
                </a:solidFill>
                <a:latin typeface="Liberation Sans Narrow"/>
              </a:defRPr>
            </a:pPr>
            <a:endParaRPr sz="3000" dirty="0">
              <a:latin typeface="Futura" panose="020B0604020202020204" charset="0"/>
            </a:endParaRPr>
          </a:p>
          <a:p>
            <a:pPr>
              <a:spcAft>
                <a:spcPts val="800"/>
              </a:spcAft>
              <a:defRPr sz="1700">
                <a:solidFill>
                  <a:srgbClr val="233E6F"/>
                </a:solidFill>
                <a:latin typeface="Liberation Sans Narrow"/>
              </a:defRPr>
            </a:pPr>
            <a:r>
              <a:rPr sz="3000" dirty="0">
                <a:latin typeface="Futura" panose="020B0604020202020204" charset="0"/>
              </a:rPr>
              <a:t>• </a:t>
            </a:r>
            <a:r>
              <a:rPr sz="3000" dirty="0" err="1">
                <a:latin typeface="Futura" panose="020B0604020202020204" charset="0"/>
              </a:rPr>
              <a:t>Satélite</a:t>
            </a:r>
            <a:r>
              <a:rPr sz="3000" dirty="0">
                <a:latin typeface="Futura" panose="020B0604020202020204" charset="0"/>
              </a:rPr>
              <a:t>: </a:t>
            </a:r>
            <a:r>
              <a:rPr sz="3000" dirty="0" err="1">
                <a:latin typeface="Futura" panose="020B0604020202020204" charset="0"/>
              </a:rPr>
              <a:t>cobertura</a:t>
            </a:r>
            <a:r>
              <a:rPr sz="3000" dirty="0">
                <a:latin typeface="Futura" panose="020B0604020202020204" charset="0"/>
              </a:rPr>
              <a:t> </a:t>
            </a:r>
            <a:r>
              <a:rPr sz="3000" dirty="0" err="1">
                <a:latin typeface="Futura" panose="020B0604020202020204" charset="0"/>
              </a:rPr>
              <a:t>espacial</a:t>
            </a:r>
            <a:r>
              <a:rPr sz="3000" dirty="0">
                <a:latin typeface="Futura" panose="020B0604020202020204" charset="0"/>
              </a:rPr>
              <a:t> e </a:t>
            </a:r>
            <a:r>
              <a:rPr sz="3000" dirty="0" err="1">
                <a:latin typeface="Futura" panose="020B0604020202020204" charset="0"/>
              </a:rPr>
              <a:t>séries</a:t>
            </a:r>
            <a:r>
              <a:rPr sz="3000" dirty="0">
                <a:latin typeface="Futura" panose="020B0604020202020204" charset="0"/>
              </a:rPr>
              <a:t> </a:t>
            </a:r>
            <a:r>
              <a:rPr sz="3000" dirty="0" err="1">
                <a:latin typeface="Futura" panose="020B0604020202020204" charset="0"/>
              </a:rPr>
              <a:t>históricas</a:t>
            </a:r>
            <a:r>
              <a:rPr sz="3000" dirty="0">
                <a:latin typeface="Futura" panose="020B0604020202020204" charset="0"/>
              </a:rPr>
              <a:t> longas.</a:t>
            </a:r>
            <a:endParaRPr lang="pt-BR" sz="3000" dirty="0">
              <a:latin typeface="Futura" panose="020B0604020202020204" charset="0"/>
            </a:endParaRPr>
          </a:p>
          <a:p>
            <a:pPr>
              <a:spcAft>
                <a:spcPts val="800"/>
              </a:spcAft>
              <a:defRPr sz="1700">
                <a:solidFill>
                  <a:srgbClr val="233E6F"/>
                </a:solidFill>
                <a:latin typeface="Liberation Sans Narrow"/>
              </a:defRPr>
            </a:pPr>
            <a:endParaRPr sz="3000" dirty="0">
              <a:latin typeface="Futura" panose="020B0604020202020204" charset="0"/>
            </a:endParaRPr>
          </a:p>
          <a:p>
            <a:pPr>
              <a:spcAft>
                <a:spcPts val="800"/>
              </a:spcAft>
              <a:defRPr sz="1700">
                <a:solidFill>
                  <a:srgbClr val="233E6F"/>
                </a:solidFill>
                <a:latin typeface="Liberation Sans Narrow"/>
              </a:defRPr>
            </a:pPr>
            <a:r>
              <a:rPr sz="3000" dirty="0">
                <a:latin typeface="Futura" panose="020B0604020202020204" charset="0"/>
              </a:rPr>
              <a:t>• APIs: </a:t>
            </a:r>
            <a:r>
              <a:rPr sz="3000" dirty="0" err="1">
                <a:latin typeface="Futura" panose="020B0604020202020204" charset="0"/>
              </a:rPr>
              <a:t>importação</a:t>
            </a:r>
            <a:r>
              <a:rPr sz="3000" dirty="0">
                <a:latin typeface="Futura" panose="020B0604020202020204" charset="0"/>
              </a:rPr>
              <a:t> </a:t>
            </a:r>
            <a:r>
              <a:rPr sz="3000" dirty="0" err="1">
                <a:latin typeface="Futura" panose="020B0604020202020204" charset="0"/>
              </a:rPr>
              <a:t>automática</a:t>
            </a:r>
            <a:r>
              <a:rPr sz="3000" dirty="0">
                <a:latin typeface="Futura" panose="020B0604020202020204" charset="0"/>
              </a:rPr>
              <a:t> e </a:t>
            </a:r>
            <a:r>
              <a:rPr sz="3000" dirty="0" err="1">
                <a:latin typeface="Futura" panose="020B0604020202020204" charset="0"/>
              </a:rPr>
              <a:t>reprodutível</a:t>
            </a:r>
            <a:r>
              <a:rPr sz="3000" dirty="0">
                <a:latin typeface="Futura" panose="020B0604020202020204" charset="0"/>
              </a:rPr>
              <a:t> para </a:t>
            </a:r>
            <a:r>
              <a:rPr sz="3000" dirty="0" err="1">
                <a:latin typeface="Futura" panose="020B0604020202020204" charset="0"/>
              </a:rPr>
              <a:t>DataFrames</a:t>
            </a:r>
            <a:r>
              <a:rPr sz="3000" dirty="0">
                <a:latin typeface="Futura" panose="020B0604020202020204" charset="0"/>
              </a:rPr>
              <a:t>.</a:t>
            </a:r>
            <a:endParaRPr lang="pt-BR" sz="3000" dirty="0">
              <a:latin typeface="Futura" panose="020B0604020202020204" charset="0"/>
            </a:endParaRPr>
          </a:p>
          <a:p>
            <a:pPr>
              <a:spcAft>
                <a:spcPts val="800"/>
              </a:spcAft>
              <a:defRPr sz="1700">
                <a:solidFill>
                  <a:srgbClr val="233E6F"/>
                </a:solidFill>
                <a:latin typeface="Liberation Sans Narrow"/>
              </a:defRPr>
            </a:pPr>
            <a:endParaRPr sz="3000" dirty="0">
              <a:latin typeface="Futura" panose="020B0604020202020204" charset="0"/>
            </a:endParaRPr>
          </a:p>
          <a:p>
            <a:pPr>
              <a:spcAft>
                <a:spcPts val="800"/>
              </a:spcAft>
              <a:defRPr sz="1700">
                <a:solidFill>
                  <a:srgbClr val="233E6F"/>
                </a:solidFill>
                <a:latin typeface="Liberation Sans Narrow"/>
              </a:defRPr>
            </a:pPr>
            <a:r>
              <a:rPr sz="3000" dirty="0">
                <a:latin typeface="Futura" panose="020B0604020202020204" charset="0"/>
              </a:rPr>
              <a:t>• Dados </a:t>
            </a:r>
            <a:r>
              <a:rPr sz="3000" dirty="0" err="1">
                <a:latin typeface="Futura" panose="020B0604020202020204" charset="0"/>
              </a:rPr>
              <a:t>operacionais</a:t>
            </a:r>
            <a:r>
              <a:rPr sz="3000" dirty="0">
                <a:latin typeface="Futura" panose="020B0604020202020204" charset="0"/>
              </a:rPr>
              <a:t>: </a:t>
            </a:r>
            <a:r>
              <a:rPr sz="3000" dirty="0" err="1">
                <a:latin typeface="Futura" panose="020B0604020202020204" charset="0"/>
              </a:rPr>
              <a:t>potência</a:t>
            </a:r>
            <a:r>
              <a:rPr sz="3000" dirty="0">
                <a:latin typeface="Futura" panose="020B0604020202020204" charset="0"/>
              </a:rPr>
              <a:t>, </a:t>
            </a:r>
            <a:r>
              <a:rPr sz="3000" dirty="0" err="1">
                <a:latin typeface="Futura" panose="020B0604020202020204" charset="0"/>
              </a:rPr>
              <a:t>energia</a:t>
            </a:r>
            <a:r>
              <a:rPr sz="3000" dirty="0">
                <a:latin typeface="Futura" panose="020B0604020202020204" charset="0"/>
              </a:rPr>
              <a:t>, </a:t>
            </a:r>
            <a:r>
              <a:rPr sz="3000" dirty="0" err="1">
                <a:latin typeface="Futura" panose="020B0604020202020204" charset="0"/>
              </a:rPr>
              <a:t>alarmes</a:t>
            </a:r>
            <a:r>
              <a:rPr sz="3000" dirty="0">
                <a:latin typeface="Futura" panose="020B0604020202020204" charset="0"/>
              </a:rPr>
              <a:t> e </a:t>
            </a:r>
            <a:r>
              <a:rPr sz="3000" dirty="0" err="1">
                <a:latin typeface="Futura" panose="020B0604020202020204" charset="0"/>
              </a:rPr>
              <a:t>disponibilidade</a:t>
            </a:r>
            <a:r>
              <a:rPr sz="3000" dirty="0">
                <a:latin typeface="Futura" panose="020B0604020202020204" charset="0"/>
              </a:rPr>
              <a:t>.</a:t>
            </a:r>
          </a:p>
        </p:txBody>
      </p:sp>
      <p:pic>
        <p:nvPicPr>
          <p:cNvPr id="36" name="Picture 35" descr="_crop_601026651.jpg">
            <a:extLst>
              <a:ext uri="{FF2B5EF4-FFF2-40B4-BE49-F238E27FC236}">
                <a16:creationId xmlns:a16="http://schemas.microsoft.com/office/drawing/2014/main" id="{C09FF0BD-2D1D-29AB-93F2-E4B07C2115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391" y="1463137"/>
            <a:ext cx="8075989" cy="561473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A5F9644-F957-8A4E-16B0-F0D2EB07EA73}"/>
              </a:ext>
            </a:extLst>
          </p:cNvPr>
          <p:cNvSpPr txBox="1"/>
          <p:nvPr/>
        </p:nvSpPr>
        <p:spPr>
          <a:xfrm>
            <a:off x="9753600" y="7188958"/>
            <a:ext cx="8075989" cy="9171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800" b="1" dirty="0" err="1">
                <a:solidFill>
                  <a:srgbClr val="233E6F"/>
                </a:solidFill>
                <a:latin typeface="Futura" panose="020B0604020202020204" charset="0"/>
              </a:rPr>
              <a:t>Medido</a:t>
            </a:r>
            <a:r>
              <a:rPr sz="2800" b="1" dirty="0">
                <a:solidFill>
                  <a:srgbClr val="233E6F"/>
                </a:solidFill>
                <a:latin typeface="Futura" panose="020B0604020202020204" charset="0"/>
              </a:rPr>
              <a:t> + </a:t>
            </a:r>
            <a:r>
              <a:rPr sz="2800" b="1" dirty="0" err="1">
                <a:solidFill>
                  <a:srgbClr val="233E6F"/>
                </a:solidFill>
                <a:latin typeface="Futura" panose="020B0604020202020204" charset="0"/>
              </a:rPr>
              <a:t>satélite</a:t>
            </a:r>
            <a:r>
              <a:rPr sz="2800" b="1" dirty="0">
                <a:solidFill>
                  <a:srgbClr val="233E6F"/>
                </a:solidFill>
                <a:latin typeface="Futura" panose="020B0604020202020204" charset="0"/>
              </a:rPr>
              <a:t> + </a:t>
            </a:r>
            <a:r>
              <a:rPr sz="2800" b="1" dirty="0" err="1">
                <a:solidFill>
                  <a:srgbClr val="233E6F"/>
                </a:solidFill>
                <a:latin typeface="Futura" panose="020B0604020202020204" charset="0"/>
              </a:rPr>
              <a:t>operação</a:t>
            </a:r>
            <a:r>
              <a:rPr sz="2800" b="1" dirty="0">
                <a:solidFill>
                  <a:srgbClr val="233E6F"/>
                </a:solidFill>
                <a:latin typeface="Futura" panose="020B0604020202020204" charset="0"/>
              </a:rPr>
              <a:t> = </a:t>
            </a:r>
            <a:r>
              <a:rPr sz="2800" b="1" dirty="0" err="1">
                <a:solidFill>
                  <a:srgbClr val="233E6F"/>
                </a:solidFill>
                <a:latin typeface="Futura" panose="020B0604020202020204" charset="0"/>
              </a:rPr>
              <a:t>diferentes</a:t>
            </a:r>
            <a:r>
              <a:rPr sz="2800" b="1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r>
              <a:rPr sz="2800" b="1" dirty="0" err="1">
                <a:solidFill>
                  <a:srgbClr val="233E6F"/>
                </a:solidFill>
                <a:latin typeface="Futura" panose="020B0604020202020204" charset="0"/>
              </a:rPr>
              <a:t>perguntas</a:t>
            </a:r>
            <a:r>
              <a:rPr sz="2800" b="1" dirty="0">
                <a:solidFill>
                  <a:srgbClr val="233E6F"/>
                </a:solidFill>
                <a:latin typeface="Futura" panose="020B0604020202020204" charset="0"/>
              </a:rPr>
              <a:t> e </a:t>
            </a:r>
            <a:r>
              <a:rPr sz="2800" b="1" dirty="0" err="1">
                <a:solidFill>
                  <a:srgbClr val="233E6F"/>
                </a:solidFill>
                <a:latin typeface="Futura" panose="020B0604020202020204" charset="0"/>
              </a:rPr>
              <a:t>incertezas</a:t>
            </a:r>
            <a:r>
              <a:rPr sz="2800" b="1" dirty="0">
                <a:solidFill>
                  <a:srgbClr val="233E6F"/>
                </a:solidFill>
                <a:latin typeface="Futura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6683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14D03-656D-C48F-7D4C-0E9E766B7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69B8F7-C575-C7B1-514A-5D19D2ECC320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D014487-AD32-4D4E-2531-578C1B07436F}"/>
              </a:ext>
            </a:extLst>
          </p:cNvPr>
          <p:cNvSpPr txBox="1"/>
          <p:nvPr/>
        </p:nvSpPr>
        <p:spPr>
          <a:xfrm>
            <a:off x="1553588" y="531036"/>
            <a:ext cx="5200501" cy="2454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Dados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Solarimétricos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em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Campo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976EF49-21F7-A31A-C746-B4301F248FE4}"/>
              </a:ext>
            </a:extLst>
          </p:cNvPr>
          <p:cNvSpPr txBox="1"/>
          <p:nvPr/>
        </p:nvSpPr>
        <p:spPr>
          <a:xfrm>
            <a:off x="1553588" y="3144264"/>
            <a:ext cx="5818015" cy="2001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IEC 61724-1:2021 Photovoltaic system performance 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6CEF33B-799B-B8D8-7B47-1D5DAD8BAF2B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DC5441C-55B7-9D4F-834F-1187C15B8861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3C23EE4-02B9-1E79-54B9-C0D5B91B493F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85F2681-45D5-04EB-550A-CD2207B1D888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56E655E-B3AC-348A-4281-0AD4DEC731F4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E15B1472-E49A-ECB2-136D-1D9650AB9834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32F4025B-483F-F2C6-0289-791B12BE79AB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75569581-8E77-A84E-184D-FE5790764672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1B162BB6-592F-C4BF-7045-6C5A20D6E296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141F30AA-B235-9B7B-E1DF-4D28DEFB57EB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D06E86F0-6B14-C9D8-F5BB-6E54EA6D8305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0C76035-B48A-585F-375B-25F2BFD2A838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CDBB9A4E-7B3C-FFFE-FE25-C10735637975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ECF14F5A-ECEC-8BA8-A079-03D66FEA1D23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A02F7139-2928-2A73-B184-B5C5E7B5BC61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F962C6BF-6AD8-6DBA-3F67-2BA2DEFEA720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88FA7E3E-C19D-2340-F860-CD7DF54A8114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FE0468F3-533F-CF5B-E7CB-2A536A876D6B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5A475D56-C890-1918-4659-A7C0B7A7B0A3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1F8DAAF7-D853-060F-D488-27A4CAB5E65E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5E31AAE-96AD-B39D-DF22-969DA0EC28AC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sp>
        <p:nvSpPr>
          <p:cNvPr id="8" name="TextBox 4">
            <a:extLst>
              <a:ext uri="{FF2B5EF4-FFF2-40B4-BE49-F238E27FC236}">
                <a16:creationId xmlns:a16="http://schemas.microsoft.com/office/drawing/2014/main" id="{BBFEA803-B5A4-1530-E8DA-B21964897C0E}"/>
              </a:ext>
            </a:extLst>
          </p:cNvPr>
          <p:cNvSpPr txBox="1"/>
          <p:nvPr/>
        </p:nvSpPr>
        <p:spPr>
          <a:xfrm>
            <a:off x="1472069" y="5583520"/>
            <a:ext cx="5818015" cy="64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 err="1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Principais</a:t>
            </a:r>
            <a:r>
              <a:rPr lang="en-US" sz="4400" dirty="0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4400" dirty="0" err="1">
                <a:solidFill>
                  <a:srgbClr val="233C6D"/>
                </a:solidFill>
                <a:latin typeface="Oswald"/>
                <a:ea typeface="Oswald"/>
                <a:cs typeface="Oswald"/>
                <a:sym typeface="Oswald"/>
              </a:rPr>
              <a:t>desafios</a:t>
            </a:r>
            <a:endParaRPr lang="en-US" sz="4400" dirty="0">
              <a:solidFill>
                <a:srgbClr val="233C6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D2A6B3-50DE-CEC5-A438-9348E9385B75}"/>
              </a:ext>
            </a:extLst>
          </p:cNvPr>
          <p:cNvSpPr txBox="1"/>
          <p:nvPr/>
        </p:nvSpPr>
        <p:spPr>
          <a:xfrm>
            <a:off x="8401639" y="7165934"/>
            <a:ext cx="8075989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pt-BR" sz="2800" b="1" dirty="0">
                <a:solidFill>
                  <a:srgbClr val="233E6F"/>
                </a:solidFill>
                <a:latin typeface="Futura" panose="020B0604020202020204" charset="0"/>
              </a:rPr>
              <a:t>Ilustração de Instrumentação em Campo</a:t>
            </a:r>
            <a:endParaRPr sz="2800" b="1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C981997-7FE0-88BC-99E1-1D88B8D5F3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3233" y="851213"/>
            <a:ext cx="10762201" cy="605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60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7F80B-0790-CD67-1EE3-E1486E6DA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FC8111-A374-A004-16A9-C4079D21F429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75C41D2-0484-525A-CDA9-1259EB113537}"/>
              </a:ext>
            </a:extLst>
          </p:cNvPr>
          <p:cNvSpPr txBox="1"/>
          <p:nvPr/>
        </p:nvSpPr>
        <p:spPr>
          <a:xfrm>
            <a:off x="2304815" y="636615"/>
            <a:ext cx="13678370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Bases de Dados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Meteorológicos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de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Satélite</a:t>
            </a:r>
            <a:endParaRPr lang="en-US" sz="5400" b="1" dirty="0">
              <a:solidFill>
                <a:srgbClr val="233C6D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062A303-579D-6CA7-8563-7B0CA2F79B20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3270C88-6000-8EF5-1B53-B46B1E1C61EA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12F4979-A2FD-E882-FF63-D634D1BEEADF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E7E2E3D-3061-488E-20D6-FBEE57CC9B51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0D5D137-CE1E-801E-FD41-F9EC208CD2AB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04E17B15-B7F1-B5D4-A3A6-94175950507A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B8AC7E76-5DAC-06BB-DC32-4DC585B83FCA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B942595F-E7F2-1626-3586-6AB6018EAC5B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42D67DA4-E218-DD77-46A7-BFD0C671D519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023B3015-1C6D-4294-01F3-065B0C613B89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95BD67B5-BE02-6EF9-AAA6-A59A0CB4227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3854BB3-42ED-58DA-683B-29D8923DC4FD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A0CF5839-EF99-A62C-D394-1369EF02A62A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E6B1DB6B-1105-0F6F-C1D0-C193813846FA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4ADA3D4A-57DD-9155-4EB7-2E78116D704C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30C0E45C-559C-75EE-D05B-0DB26155EA5C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89A7BEA5-D36F-AFA5-AB4B-E2D6812BAC53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22DDF28E-9BB0-5A4C-5A32-F85A85BB81D9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116B794C-5832-D2C4-5167-F38179F95F53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0414DCD1-BE9F-021E-30E9-50D3C6276C91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A1D7A8C-6E10-6C82-BA36-E6C8BE23A768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672076EA-1AD7-340A-D41E-8257B31712F0}"/>
              </a:ext>
            </a:extLst>
          </p:cNvPr>
          <p:cNvSpPr/>
          <p:nvPr/>
        </p:nvSpPr>
        <p:spPr>
          <a:xfrm>
            <a:off x="2987040" y="2546290"/>
            <a:ext cx="3909060" cy="4648200"/>
          </a:xfrm>
          <a:prstGeom prst="roundRect">
            <a:avLst/>
          </a:prstGeom>
          <a:solidFill>
            <a:srgbClr val="F3F6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61" name="Rounded Rectangle 8">
            <a:extLst>
              <a:ext uri="{FF2B5EF4-FFF2-40B4-BE49-F238E27FC236}">
                <a16:creationId xmlns:a16="http://schemas.microsoft.com/office/drawing/2014/main" id="{8F603D04-4D68-A787-9A26-8881A79E7AF6}"/>
              </a:ext>
            </a:extLst>
          </p:cNvPr>
          <p:cNvSpPr/>
          <p:nvPr/>
        </p:nvSpPr>
        <p:spPr>
          <a:xfrm>
            <a:off x="2987040" y="2546290"/>
            <a:ext cx="3909060" cy="713232"/>
          </a:xfrm>
          <a:prstGeom prst="roundRect">
            <a:avLst/>
          </a:prstGeom>
          <a:solidFill>
            <a:srgbClr val="FA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755EF6-9472-A2B6-131F-9385EB5C5184}"/>
              </a:ext>
            </a:extLst>
          </p:cNvPr>
          <p:cNvSpPr txBox="1"/>
          <p:nvPr/>
        </p:nvSpPr>
        <p:spPr>
          <a:xfrm>
            <a:off x="3096768" y="2710882"/>
            <a:ext cx="3689604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lang="pt-BR" sz="2400" b="1" dirty="0">
                <a:solidFill>
                  <a:srgbClr val="FFFFFF"/>
                </a:solidFill>
                <a:latin typeface="Futura" panose="020B0604020202020204" charset="0"/>
              </a:rPr>
              <a:t>GRATUITOS</a:t>
            </a:r>
            <a:endParaRPr sz="2400" b="1" dirty="0">
              <a:solidFill>
                <a:srgbClr val="FFFFFF"/>
              </a:solidFill>
              <a:latin typeface="Futura" panose="020B060402020202020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EC6EDFC-0A13-ECC8-257D-D98EDDDF7635}"/>
              </a:ext>
            </a:extLst>
          </p:cNvPr>
          <p:cNvSpPr txBox="1"/>
          <p:nvPr/>
        </p:nvSpPr>
        <p:spPr>
          <a:xfrm>
            <a:off x="3179064" y="4089438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NASA POWER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675739C-5583-E307-5CF2-B40C5E5D2B74}"/>
              </a:ext>
            </a:extLst>
          </p:cNvPr>
          <p:cNvSpPr txBox="1"/>
          <p:nvPr/>
        </p:nvSpPr>
        <p:spPr>
          <a:xfrm>
            <a:off x="3179064" y="4802670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PVGIS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69" name="Rounded Rectangle 13">
            <a:extLst>
              <a:ext uri="{FF2B5EF4-FFF2-40B4-BE49-F238E27FC236}">
                <a16:creationId xmlns:a16="http://schemas.microsoft.com/office/drawing/2014/main" id="{73FE460A-7663-29CE-E8BB-37F4229079E0}"/>
              </a:ext>
            </a:extLst>
          </p:cNvPr>
          <p:cNvSpPr/>
          <p:nvPr/>
        </p:nvSpPr>
        <p:spPr>
          <a:xfrm>
            <a:off x="7239000" y="2546290"/>
            <a:ext cx="3909060" cy="3634740"/>
          </a:xfrm>
          <a:prstGeom prst="roundRect">
            <a:avLst/>
          </a:prstGeom>
          <a:solidFill>
            <a:srgbClr val="F3F6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71" name="Rounded Rectangle 14">
            <a:extLst>
              <a:ext uri="{FF2B5EF4-FFF2-40B4-BE49-F238E27FC236}">
                <a16:creationId xmlns:a16="http://schemas.microsoft.com/office/drawing/2014/main" id="{BF0D0554-0036-A265-C721-93FC44C640CB}"/>
              </a:ext>
            </a:extLst>
          </p:cNvPr>
          <p:cNvSpPr/>
          <p:nvPr/>
        </p:nvSpPr>
        <p:spPr>
          <a:xfrm>
            <a:off x="7239000" y="2546290"/>
            <a:ext cx="3909060" cy="713232"/>
          </a:xfrm>
          <a:prstGeom prst="roundRect">
            <a:avLst/>
          </a:prstGeom>
          <a:solidFill>
            <a:srgbClr val="2A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5A9412-40BF-D202-3F61-34842062276B}"/>
              </a:ext>
            </a:extLst>
          </p:cNvPr>
          <p:cNvSpPr txBox="1"/>
          <p:nvPr/>
        </p:nvSpPr>
        <p:spPr>
          <a:xfrm>
            <a:off x="7348728" y="2710882"/>
            <a:ext cx="3689604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lang="pt-BR" sz="2400" b="1" dirty="0">
                <a:solidFill>
                  <a:srgbClr val="FFFFFF"/>
                </a:solidFill>
                <a:latin typeface="Futura" panose="020B0604020202020204" charset="0"/>
              </a:rPr>
              <a:t>PAGOS</a:t>
            </a:r>
            <a:endParaRPr sz="2400" b="1" dirty="0">
              <a:solidFill>
                <a:srgbClr val="FFFFFF"/>
              </a:solidFill>
              <a:latin typeface="Futura" panose="020B060402020202020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FBDF09B-AB46-625D-80E0-CB8C96BC188A}"/>
              </a:ext>
            </a:extLst>
          </p:cNvPr>
          <p:cNvSpPr txBox="1"/>
          <p:nvPr/>
        </p:nvSpPr>
        <p:spPr>
          <a:xfrm>
            <a:off x="7540752" y="3435045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Meteonorm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943C8F6-DF3E-55C8-54F5-1DA634416616}"/>
              </a:ext>
            </a:extLst>
          </p:cNvPr>
          <p:cNvSpPr txBox="1"/>
          <p:nvPr/>
        </p:nvSpPr>
        <p:spPr>
          <a:xfrm>
            <a:off x="7540752" y="3937474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Solargis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B659BB9-B334-6701-7581-A7900E0AB112}"/>
              </a:ext>
            </a:extLst>
          </p:cNvPr>
          <p:cNvSpPr txBox="1"/>
          <p:nvPr/>
        </p:nvSpPr>
        <p:spPr>
          <a:xfrm>
            <a:off x="7540752" y="4463949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SolarAnyWhere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81" name="Rounded Rectangle 19">
            <a:extLst>
              <a:ext uri="{FF2B5EF4-FFF2-40B4-BE49-F238E27FC236}">
                <a16:creationId xmlns:a16="http://schemas.microsoft.com/office/drawing/2014/main" id="{684BB45B-9731-7EE1-8978-95DBEEECF760}"/>
              </a:ext>
            </a:extLst>
          </p:cNvPr>
          <p:cNvSpPr/>
          <p:nvPr/>
        </p:nvSpPr>
        <p:spPr>
          <a:xfrm>
            <a:off x="11490960" y="2546290"/>
            <a:ext cx="3909060" cy="5374964"/>
          </a:xfrm>
          <a:prstGeom prst="roundRect">
            <a:avLst/>
          </a:prstGeom>
          <a:solidFill>
            <a:srgbClr val="F3F6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 dirty="0">
              <a:latin typeface="Futura" panose="020B0604020202020204" charset="0"/>
            </a:endParaRPr>
          </a:p>
        </p:txBody>
      </p:sp>
      <p:sp>
        <p:nvSpPr>
          <p:cNvPr id="83" name="Rounded Rectangle 20">
            <a:extLst>
              <a:ext uri="{FF2B5EF4-FFF2-40B4-BE49-F238E27FC236}">
                <a16:creationId xmlns:a16="http://schemas.microsoft.com/office/drawing/2014/main" id="{F325ECBC-87DC-28EA-B201-57972B2948A4}"/>
              </a:ext>
            </a:extLst>
          </p:cNvPr>
          <p:cNvSpPr/>
          <p:nvPr/>
        </p:nvSpPr>
        <p:spPr>
          <a:xfrm>
            <a:off x="11490960" y="2546290"/>
            <a:ext cx="3909060" cy="713232"/>
          </a:xfrm>
          <a:prstGeom prst="roundRect">
            <a:avLst/>
          </a:prstGeom>
          <a:solidFill>
            <a:srgbClr val="F72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Futura" panose="020B060402020202020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3D03D8A-3AC1-5B85-E8DD-FF976F3C53BD}"/>
              </a:ext>
            </a:extLst>
          </p:cNvPr>
          <p:cNvSpPr txBox="1"/>
          <p:nvPr/>
        </p:nvSpPr>
        <p:spPr>
          <a:xfrm>
            <a:off x="11600688" y="2481112"/>
            <a:ext cx="3689604" cy="821763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ctr"/>
            <a:r>
              <a:rPr lang="pt-BR" sz="2400" b="1" dirty="0">
                <a:solidFill>
                  <a:srgbClr val="FFFFFF"/>
                </a:solidFill>
                <a:latin typeface="Futura" panose="020B0604020202020204" charset="0"/>
              </a:rPr>
              <a:t>DADOS METEOROLÓGICOS</a:t>
            </a:r>
            <a:endParaRPr sz="2400" b="1" dirty="0">
              <a:solidFill>
                <a:srgbClr val="FFFFFF"/>
              </a:solidFill>
              <a:latin typeface="Futura" panose="020B060402020202020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45DBA96-43C3-32BD-35F0-6AEC3E37C5BE}"/>
              </a:ext>
            </a:extLst>
          </p:cNvPr>
          <p:cNvSpPr txBox="1"/>
          <p:nvPr/>
        </p:nvSpPr>
        <p:spPr>
          <a:xfrm>
            <a:off x="11737848" y="3462309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Recurso Solar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533FB1B-1BBC-15FB-25C6-8B6D88D4AC0B}"/>
              </a:ext>
            </a:extLst>
          </p:cNvPr>
          <p:cNvSpPr txBox="1"/>
          <p:nvPr/>
        </p:nvSpPr>
        <p:spPr>
          <a:xfrm>
            <a:off x="11737848" y="4085291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Parâmetros Climáticos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5313F9A-7D85-A69A-D5E9-B2F1DE4751D8}"/>
              </a:ext>
            </a:extLst>
          </p:cNvPr>
          <p:cNvSpPr txBox="1"/>
          <p:nvPr/>
        </p:nvSpPr>
        <p:spPr>
          <a:xfrm>
            <a:off x="3169920" y="5427321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CAMS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C34F9D7-967D-892C-C648-11F4C81AA2D6}"/>
              </a:ext>
            </a:extLst>
          </p:cNvPr>
          <p:cNvSpPr txBox="1"/>
          <p:nvPr/>
        </p:nvSpPr>
        <p:spPr>
          <a:xfrm>
            <a:off x="11737848" y="4691796"/>
            <a:ext cx="3497580" cy="1191095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• Resolução Temporal e Espacial Diferentes do Campo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3CBF0D9-6E73-8026-BAA9-C498ADAD6FD6}"/>
              </a:ext>
            </a:extLst>
          </p:cNvPr>
          <p:cNvSpPr txBox="1"/>
          <p:nvPr/>
        </p:nvSpPr>
        <p:spPr>
          <a:xfrm>
            <a:off x="3192780" y="3438827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NSRDB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55FD62B-0839-7C40-6C00-54029BFBF7A5}"/>
              </a:ext>
            </a:extLst>
          </p:cNvPr>
          <p:cNvSpPr txBox="1"/>
          <p:nvPr/>
        </p:nvSpPr>
        <p:spPr>
          <a:xfrm>
            <a:off x="7540752" y="4964817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Solcast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E0F1D12-A33C-C5BE-6EAE-9BEC4FB3B60C}"/>
              </a:ext>
            </a:extLst>
          </p:cNvPr>
          <p:cNvSpPr txBox="1"/>
          <p:nvPr/>
        </p:nvSpPr>
        <p:spPr>
          <a:xfrm>
            <a:off x="3169920" y="6088014"/>
            <a:ext cx="3497580" cy="452432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CRESESB*</a:t>
            </a:r>
            <a:endParaRPr sz="2400" dirty="0">
              <a:solidFill>
                <a:srgbClr val="233E6F"/>
              </a:solidFill>
              <a:latin typeface="Futura" panose="020B060402020202020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F6E58C7-37A7-6913-847F-FC46C3FDC6D4}"/>
              </a:ext>
            </a:extLst>
          </p:cNvPr>
          <p:cNvSpPr txBox="1"/>
          <p:nvPr/>
        </p:nvSpPr>
        <p:spPr>
          <a:xfrm>
            <a:off x="11731752" y="5991646"/>
            <a:ext cx="3497580" cy="821763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•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Typical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 </a:t>
            </a:r>
            <a:r>
              <a:rPr lang="pt-BR" sz="2400" dirty="0" err="1">
                <a:solidFill>
                  <a:srgbClr val="233E6F"/>
                </a:solidFill>
                <a:latin typeface="Futura" panose="020B0604020202020204" charset="0"/>
              </a:rPr>
              <a:t>Meteorological</a:t>
            </a:r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 Year (TMY)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C990971-C635-AC4B-AE82-ED8803A5CED6}"/>
              </a:ext>
            </a:extLst>
          </p:cNvPr>
          <p:cNvSpPr txBox="1"/>
          <p:nvPr/>
        </p:nvSpPr>
        <p:spPr>
          <a:xfrm>
            <a:off x="11731752" y="6903895"/>
            <a:ext cx="3497580" cy="821763"/>
          </a:xfrm>
          <a:prstGeom prst="rect">
            <a:avLst/>
          </a:prstGeom>
          <a:noFill/>
        </p:spPr>
        <p:txBody>
          <a:bodyPr wrap="square" lIns="41148" tIns="41148" rIns="41148" bIns="41148" anchor="t">
            <a:spAutoFit/>
          </a:bodyPr>
          <a:lstStyle/>
          <a:p>
            <a:pPr algn="l"/>
            <a:r>
              <a:rPr lang="pt-BR" sz="2400" dirty="0">
                <a:solidFill>
                  <a:srgbClr val="233E6F"/>
                </a:solidFill>
                <a:latin typeface="Futura" panose="020B0604020202020204" charset="0"/>
              </a:rPr>
              <a:t>• Séries Temporais a Longo Prazo</a:t>
            </a:r>
          </a:p>
        </p:txBody>
      </p:sp>
    </p:spTree>
    <p:extLst>
      <p:ext uri="{BB962C8B-B14F-4D97-AF65-F5344CB8AC3E}">
        <p14:creationId xmlns:p14="http://schemas.microsoft.com/office/powerpoint/2010/main" val="1192776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35B2-37E4-0674-8A99-2A08E4B9B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96B51C-53E0-B427-DDAC-1DDE308D2234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D7015D9-A6C7-B58D-2A6C-BDB2E39B8F33}"/>
              </a:ext>
            </a:extLst>
          </p:cNvPr>
          <p:cNvSpPr txBox="1"/>
          <p:nvPr/>
        </p:nvSpPr>
        <p:spPr>
          <a:xfrm>
            <a:off x="7247349" y="501983"/>
            <a:ext cx="10714612" cy="1620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TMY VS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Séries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Temporais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: Qual Devo Usar no Meu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Projeto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?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AB8B7B0-AFDE-C126-B996-A0D4FB26835D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B93D26C-0607-833F-8FA9-384677A972F4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76A77A5-87A0-1815-2C2A-2AB273797750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BCDCDDE8-AA39-FB37-A987-D7F7B0DE95A0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1D3F439-BB03-20ED-4958-167DFC2A2FEF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F33C6BBD-BF6F-26EE-82F1-EA6DE9B55265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520BB9DE-0AB3-4C5E-366B-4AD9F13AE474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30D1FA75-A1B5-1DD0-E62B-4DE34FE3C1FB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883B2C81-E01D-8BA6-204C-9A57420FC563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C42D0F27-AFA4-74EC-B199-55B1185EE3BA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CDB3AD5D-D6A2-3BDC-4BAD-815AB8D16DF0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D6D4504-FB6D-2F0E-BB46-30EA76FF2FBF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7DB27074-A870-0CC5-DB76-FAF7CA0F3615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EA8667E-94CF-6CCA-5422-A628A2BC2840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FA4E5B00-5126-E253-DDB3-B3871019D986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179C4B37-ADE5-D0A7-70DE-1BC3737D9ED3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4F4B7F93-8568-DC50-F43B-FC5DEA3D6FCF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9A818F3D-B9EA-D866-B4BB-F5491C27CAD9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73E79EA0-CA8F-6B4B-2A18-6D38413C8C6F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E9E1E64A-2CBC-105C-C9ED-875C0DC00EF6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5050DCC7-E1A0-D45C-6F2C-E1095FFBFB08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311D1A1-98BA-71C6-C6C0-539CB4C873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266700"/>
            <a:ext cx="4116551" cy="82179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AF45CE-1B9B-23B0-EBBC-B99C8049EE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2658" y="3036066"/>
            <a:ext cx="10179572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029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4499C-A6BF-5432-26F0-CB0402B44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AF7A45-9F68-C837-23A4-BD19760E8162}"/>
              </a:ext>
            </a:extLst>
          </p:cNvPr>
          <p:cNvSpPr/>
          <p:nvPr/>
        </p:nvSpPr>
        <p:spPr>
          <a:xfrm rot="-5400000" flipH="1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0" y="18288000"/>
                </a:ln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56" r="-906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1969E5B-9E95-FA54-2270-358084276200}"/>
              </a:ext>
            </a:extLst>
          </p:cNvPr>
          <p:cNvSpPr/>
          <p:nvPr/>
        </p:nvSpPr>
        <p:spPr>
          <a:xfrm>
            <a:off x="0" y="2930085"/>
            <a:ext cx="18317499" cy="3490751"/>
          </a:xfrm>
          <a:custGeom>
            <a:avLst/>
            <a:gdLst/>
            <a:ahLst/>
            <a:cxnLst/>
            <a:rect l="l" t="t" r="r" b="b"/>
            <a:pathLst>
              <a:path w="18317499" h="3490751">
                <a:moveTo>
                  <a:pt x="0" y="0"/>
                </a:moveTo>
                <a:lnTo>
                  <a:pt x="18317499" y="0"/>
                </a:lnTo>
                <a:lnTo>
                  <a:pt x="18317499" y="3490751"/>
                </a:lnTo>
                <a:lnTo>
                  <a:pt x="0" y="3490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D5AA505-BAB4-4EA6-9D73-B04F12788F7D}"/>
              </a:ext>
            </a:extLst>
          </p:cNvPr>
          <p:cNvSpPr txBox="1"/>
          <p:nvPr/>
        </p:nvSpPr>
        <p:spPr>
          <a:xfrm>
            <a:off x="609599" y="4281858"/>
            <a:ext cx="17068799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pt-BR" sz="5400" b="1" spc="642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Posição Solar, Decomposição e Transposição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BC9EB1A-E593-BAEE-E1F0-23B284D462D8}"/>
              </a:ext>
            </a:extLst>
          </p:cNvPr>
          <p:cNvGrpSpPr/>
          <p:nvPr/>
        </p:nvGrpSpPr>
        <p:grpSpPr>
          <a:xfrm>
            <a:off x="1028700" y="467376"/>
            <a:ext cx="4152900" cy="1161941"/>
            <a:chOff x="0" y="-66675"/>
            <a:chExt cx="5537199" cy="1549255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E2FB178-5114-B454-D90D-70369382FFCA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9DB44BC-8FA6-2A47-FC17-A5C11FC0D19A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98D51B2-6C8B-ED20-1AB9-7BFBBA5F3919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5447E6C-1838-E532-00CF-43F1496B0682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AEB6672-F0CF-AF76-BD52-680F30757850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22D1591E-3F18-064C-09D2-9EF7FC5D4D6A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79A5B493-2809-E86B-EA39-26C58F5603F7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7ADBC052-923F-4983-57F2-D2769EF38CA5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0C78EB69-C54B-FBC7-0F41-578D7F7584A0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BFC9BE3-BE94-EF8B-2D33-EE4369911379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91061CD-2F78-FD8D-0CF8-4360E570B0D3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9553F06D-78EC-B366-C0DB-576DB65619FD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C46FCFB-A8D4-FE43-992E-FA45CC3CDB0F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50C30062-B9E1-65E7-AD65-B941912E7AD6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B65B487D-2A0D-ECE6-BC4F-5A06DCEFE3C7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28352E2B-0D6F-C569-8CE9-011D7F3CD9C5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5F7E8A6E-3584-0954-0753-CFBB7144A655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5D8082FD-730B-CAAC-9833-BA7A670C2BEB}"/>
                </a:ext>
              </a:extLst>
            </p:cNvPr>
            <p:cNvSpPr txBox="1"/>
            <p:nvPr/>
          </p:nvSpPr>
          <p:spPr>
            <a:xfrm>
              <a:off x="2480589" y="-66675"/>
              <a:ext cx="3056610" cy="7180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4C07675-FE7A-E727-736E-198D673C544E}"/>
                </a:ext>
              </a:extLst>
            </p:cNvPr>
            <p:cNvSpPr txBox="1"/>
            <p:nvPr/>
          </p:nvSpPr>
          <p:spPr>
            <a:xfrm>
              <a:off x="2480589" y="559677"/>
              <a:ext cx="3056610" cy="9229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CCD99DA0-5E1C-5F75-5CD1-300AFBFF9486}"/>
              </a:ext>
            </a:extLst>
          </p:cNvPr>
          <p:cNvGrpSpPr/>
          <p:nvPr/>
        </p:nvGrpSpPr>
        <p:grpSpPr>
          <a:xfrm>
            <a:off x="13472500" y="517382"/>
            <a:ext cx="3961967" cy="1022636"/>
            <a:chOff x="0" y="0"/>
            <a:chExt cx="5282622" cy="1363515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5B4CA44-995B-BF5F-CF5B-E6032AA2528F}"/>
                </a:ext>
              </a:extLst>
            </p:cNvPr>
            <p:cNvSpPr/>
            <p:nvPr/>
          </p:nvSpPr>
          <p:spPr>
            <a:xfrm>
              <a:off x="3816366" y="0"/>
              <a:ext cx="1466256" cy="1363515"/>
            </a:xfrm>
            <a:custGeom>
              <a:avLst/>
              <a:gdLst/>
              <a:ahLst/>
              <a:cxnLst/>
              <a:rect l="l" t="t" r="r" b="b"/>
              <a:pathLst>
                <a:path w="1466256" h="1363515">
                  <a:moveTo>
                    <a:pt x="0" y="0"/>
                  </a:moveTo>
                  <a:lnTo>
                    <a:pt x="1466256" y="0"/>
                  </a:lnTo>
                  <a:lnTo>
                    <a:pt x="1466256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0593" t="-36322" r="-337402" b="-40583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838D8850-32AA-1228-3D96-F08D9F1F96EB}"/>
                </a:ext>
              </a:extLst>
            </p:cNvPr>
            <p:cNvSpPr/>
            <p:nvPr/>
          </p:nvSpPr>
          <p:spPr>
            <a:xfrm>
              <a:off x="2526954" y="0"/>
              <a:ext cx="1209785" cy="1363515"/>
            </a:xfrm>
            <a:custGeom>
              <a:avLst/>
              <a:gdLst/>
              <a:ahLst/>
              <a:cxnLst/>
              <a:rect l="l" t="t" r="r" b="b"/>
              <a:pathLst>
                <a:path w="1209785" h="1363515">
                  <a:moveTo>
                    <a:pt x="0" y="0"/>
                  </a:moveTo>
                  <a:lnTo>
                    <a:pt x="1209785" y="0"/>
                  </a:lnTo>
                  <a:lnTo>
                    <a:pt x="1209785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D5D4F367-42C4-7E7C-88AC-89A35F2AFE55}"/>
                </a:ext>
              </a:extLst>
            </p:cNvPr>
            <p:cNvSpPr/>
            <p:nvPr/>
          </p:nvSpPr>
          <p:spPr>
            <a:xfrm>
              <a:off x="1318590" y="0"/>
              <a:ext cx="1035931" cy="1363515"/>
            </a:xfrm>
            <a:custGeom>
              <a:avLst/>
              <a:gdLst/>
              <a:ahLst/>
              <a:cxnLst/>
              <a:rect l="l" t="t" r="r" b="b"/>
              <a:pathLst>
                <a:path w="1035931" h="1363515">
                  <a:moveTo>
                    <a:pt x="0" y="0"/>
                  </a:moveTo>
                  <a:lnTo>
                    <a:pt x="1035931" y="0"/>
                  </a:lnTo>
                  <a:lnTo>
                    <a:pt x="1035931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83A33939-B778-764C-0F70-AABA1397C878}"/>
                </a:ext>
              </a:extLst>
            </p:cNvPr>
            <p:cNvSpPr/>
            <p:nvPr/>
          </p:nvSpPr>
          <p:spPr>
            <a:xfrm>
              <a:off x="0" y="107502"/>
              <a:ext cx="1318590" cy="1256013"/>
            </a:xfrm>
            <a:custGeom>
              <a:avLst/>
              <a:gdLst/>
              <a:ahLst/>
              <a:cxnLst/>
              <a:rect l="l" t="t" r="r" b="b"/>
              <a:pathLst>
                <a:path w="1318590" h="1256013">
                  <a:moveTo>
                    <a:pt x="0" y="0"/>
                  </a:moveTo>
                  <a:lnTo>
                    <a:pt x="1318590" y="0"/>
                  </a:lnTo>
                  <a:lnTo>
                    <a:pt x="1318590" y="1256013"/>
                  </a:lnTo>
                  <a:lnTo>
                    <a:pt x="0" y="12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7051" t="-52359" r="-231893" b="-537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965A7882-562D-89D5-46B6-77C1F076426C}"/>
              </a:ext>
            </a:extLst>
          </p:cNvPr>
          <p:cNvGrpSpPr/>
          <p:nvPr/>
        </p:nvGrpSpPr>
        <p:grpSpPr>
          <a:xfrm>
            <a:off x="0" y="0"/>
            <a:ext cx="18288000" cy="218306"/>
            <a:chOff x="0" y="0"/>
            <a:chExt cx="24384000" cy="291074"/>
          </a:xfrm>
        </p:grpSpPr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D6D1CAE0-2202-819A-4A8C-9E2945AF8903}"/>
                </a:ext>
              </a:extLst>
            </p:cNvPr>
            <p:cNvGrpSpPr/>
            <p:nvPr/>
          </p:nvGrpSpPr>
          <p:grpSpPr>
            <a:xfrm>
              <a:off x="0" y="0"/>
              <a:ext cx="3048000" cy="291074"/>
              <a:chOff x="0" y="0"/>
              <a:chExt cx="372945" cy="35615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923F35BC-8423-1D94-52BA-82E87F0D2133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9C6DCD21-0401-8606-2B79-16C2B6A216EF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28C92CC6-43DE-A6C0-0A78-3237EBA2CD4D}"/>
                </a:ext>
              </a:extLst>
            </p:cNvPr>
            <p:cNvGrpSpPr/>
            <p:nvPr/>
          </p:nvGrpSpPr>
          <p:grpSpPr>
            <a:xfrm>
              <a:off x="3048000" y="0"/>
              <a:ext cx="3048000" cy="291074"/>
              <a:chOff x="0" y="0"/>
              <a:chExt cx="372945" cy="35615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F722B91C-2233-5615-6342-CDA242F098BD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B1EBD4F5-3525-F3C1-1B53-0CFA69A806E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82EA5D9E-95D2-441D-F6F6-6E6C4A446DA2}"/>
                </a:ext>
              </a:extLst>
            </p:cNvPr>
            <p:cNvGrpSpPr/>
            <p:nvPr/>
          </p:nvGrpSpPr>
          <p:grpSpPr>
            <a:xfrm>
              <a:off x="6096000" y="0"/>
              <a:ext cx="3048000" cy="291074"/>
              <a:chOff x="0" y="0"/>
              <a:chExt cx="372945" cy="35615"/>
            </a:xfrm>
          </p:grpSpPr>
          <p:sp>
            <p:nvSpPr>
              <p:cNvPr id="41" name="Freeform 41">
                <a:extLst>
                  <a:ext uri="{FF2B5EF4-FFF2-40B4-BE49-F238E27FC236}">
                    <a16:creationId xmlns:a16="http://schemas.microsoft.com/office/drawing/2014/main" id="{A372934A-FB7A-BD1B-6D6F-CB5F686861B3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50980087-5136-A715-DF36-5D752FF842F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AAF3B250-EDC2-34C2-1BD4-A296CB11D61B}"/>
                </a:ext>
              </a:extLst>
            </p:cNvPr>
            <p:cNvGrpSpPr/>
            <p:nvPr/>
          </p:nvGrpSpPr>
          <p:grpSpPr>
            <a:xfrm>
              <a:off x="9144000" y="0"/>
              <a:ext cx="3048000" cy="291074"/>
              <a:chOff x="0" y="0"/>
              <a:chExt cx="372945" cy="35615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C6266528-380E-92A5-974E-350EA1644897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>
                <a:extLst>
                  <a:ext uri="{FF2B5EF4-FFF2-40B4-BE49-F238E27FC236}">
                    <a16:creationId xmlns:a16="http://schemas.microsoft.com/office/drawing/2014/main" id="{1D0D11BC-6E6C-006F-DC26-C052D043BB57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E9F50033-5B39-4CC9-19D4-EAA62A61C71E}"/>
                </a:ext>
              </a:extLst>
            </p:cNvPr>
            <p:cNvGrpSpPr/>
            <p:nvPr/>
          </p:nvGrpSpPr>
          <p:grpSpPr>
            <a:xfrm>
              <a:off x="12192000" y="0"/>
              <a:ext cx="3048000" cy="291074"/>
              <a:chOff x="0" y="0"/>
              <a:chExt cx="372945" cy="35615"/>
            </a:xfrm>
          </p:grpSpPr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5BD0818C-95D6-7F83-0B74-F4CE5CDF0CFE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8">
                <a:extLst>
                  <a:ext uri="{FF2B5EF4-FFF2-40B4-BE49-F238E27FC236}">
                    <a16:creationId xmlns:a16="http://schemas.microsoft.com/office/drawing/2014/main" id="{6CD82296-294D-51F8-A8BF-A62A2813914B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2698555F-DF53-E806-77BE-71A9E33083DA}"/>
                </a:ext>
              </a:extLst>
            </p:cNvPr>
            <p:cNvGrpSpPr/>
            <p:nvPr/>
          </p:nvGrpSpPr>
          <p:grpSpPr>
            <a:xfrm>
              <a:off x="15240000" y="0"/>
              <a:ext cx="3048000" cy="291074"/>
              <a:chOff x="0" y="0"/>
              <a:chExt cx="372945" cy="35615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CCC47DE4-E189-EC28-13DA-3A0EFD7304D9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id="{6DED43F3-706B-4BD1-1B95-3BD0AF6487BB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6CBD4AB7-C3B3-A41A-28F9-7A8868611966}"/>
                </a:ext>
              </a:extLst>
            </p:cNvPr>
            <p:cNvGrpSpPr/>
            <p:nvPr/>
          </p:nvGrpSpPr>
          <p:grpSpPr>
            <a:xfrm>
              <a:off x="18288000" y="0"/>
              <a:ext cx="3048000" cy="291074"/>
              <a:chOff x="0" y="0"/>
              <a:chExt cx="372945" cy="35615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A337A6D9-41A8-2393-3D76-041D7563A8FB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id="{3CF035A2-036B-3C7F-712B-B0A0F179D442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id="{48D5E1FC-31BA-9C32-315F-07B6A8650315}"/>
                </a:ext>
              </a:extLst>
            </p:cNvPr>
            <p:cNvGrpSpPr/>
            <p:nvPr/>
          </p:nvGrpSpPr>
          <p:grpSpPr>
            <a:xfrm>
              <a:off x="21336000" y="0"/>
              <a:ext cx="3048000" cy="291074"/>
              <a:chOff x="0" y="0"/>
              <a:chExt cx="372945" cy="35615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EAFB4F62-E8E5-16AB-95E0-D4C451FA7B0E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id="{1B59C767-5A1A-9947-6E23-CA0492A5F077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1251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A3F3D-C047-9FEA-6F2F-DEB97F013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FCF390-AC53-1BB4-EFEE-F9ADEACE2C84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46D4E89-EC01-2DCE-B9F1-85316B5A5DE0}"/>
              </a:ext>
            </a:extLst>
          </p:cNvPr>
          <p:cNvSpPr txBox="1"/>
          <p:nvPr/>
        </p:nvSpPr>
        <p:spPr>
          <a:xfrm>
            <a:off x="533977" y="571500"/>
            <a:ext cx="5200501" cy="787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Geometria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Solar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34E2D9C-9F37-2F48-53E4-98707A3E9543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460C4B5-8B55-7CA8-8C92-ABE78B232CC5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FC1C19E-207F-D706-FB60-BBB387DE6179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6BF4844-5AE1-26C5-AB86-BD9467D9B0AD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611E7E87-23D6-18AB-FB90-36D88A0F77D4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891E9115-662E-C71E-57C6-126ACDD4235D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C05EC82D-E122-001D-B681-DC2730B4C5EE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808A0836-63F5-B872-56CA-B407215A12F9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F9C6966F-8CF0-23A9-3322-AC9D39CEC000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EAA89BF5-9296-C876-5EBF-FC3E0E48242E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547AD01B-A85A-CC0B-5BA4-EA5BDBE7A7ED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1767CC4A-F06A-9152-9B92-D2C1717B44D0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0D242E1C-7000-410A-9C52-289EB2EA4EE0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E0E131DB-93FE-96A3-8F69-6D344DAA0B80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1B59A878-864D-C55C-6273-083358FDDF58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F00586B4-0AB8-D568-BA1E-45BE617E5FB7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980CEBB0-0DE8-6ECD-EF74-68070CD01C82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4DD36361-982C-7636-7A87-FAA24B0FD25E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33E6BB6-2A8E-35B2-1677-20A5E31BD819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39F9FA11-C49B-45D9-D9A7-266973C6406D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54FDCD5A-92C0-12FC-0531-BBBDA2E4BBEE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pic>
        <p:nvPicPr>
          <p:cNvPr id="5" name="Picture 4" descr="Diagram of a sun and a diagram&#10;&#10;AI-generated content may be incorrect.">
            <a:extLst>
              <a:ext uri="{FF2B5EF4-FFF2-40B4-BE49-F238E27FC236}">
                <a16:creationId xmlns:a16="http://schemas.microsoft.com/office/drawing/2014/main" id="{B9656F69-24AF-F25B-B8B9-0A1C82A445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1863" y="1539658"/>
            <a:ext cx="6504771" cy="4953000"/>
          </a:xfrm>
          <a:prstGeom prst="rect">
            <a:avLst/>
          </a:prstGeom>
        </p:spPr>
      </p:pic>
      <p:pic>
        <p:nvPicPr>
          <p:cNvPr id="9" name="Picture 8" descr="Diagram of a diagram of a sun and a sun&#10;&#10;AI-generated content may be incorrect.">
            <a:extLst>
              <a:ext uri="{FF2B5EF4-FFF2-40B4-BE49-F238E27FC236}">
                <a16:creationId xmlns:a16="http://schemas.microsoft.com/office/drawing/2014/main" id="{A019CCD0-50B8-2ADB-6D1E-6A066FF7D8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1072" y="1945086"/>
            <a:ext cx="6079372" cy="46482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96DC9A2-7333-7F24-50F7-95DA40340108}"/>
              </a:ext>
            </a:extLst>
          </p:cNvPr>
          <p:cNvSpPr txBox="1"/>
          <p:nvPr/>
        </p:nvSpPr>
        <p:spPr>
          <a:xfrm>
            <a:off x="2917556" y="6503513"/>
            <a:ext cx="351338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dk1"/>
              </a:buClr>
              <a:buSzPts val="3300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Posição Solar</a:t>
            </a:r>
          </a:p>
          <a:p>
            <a:pPr marL="285750" indent="-285750" algn="just">
              <a:buClr>
                <a:schemeClr val="dk1"/>
              </a:buClr>
              <a:buSzPts val="3300"/>
              <a:buFontTx/>
              <a:buChar char="-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Azimute Solar</a:t>
            </a:r>
          </a:p>
          <a:p>
            <a:pPr marL="285750" indent="-285750" algn="just">
              <a:buClr>
                <a:schemeClr val="dk1"/>
              </a:buClr>
              <a:buSzPts val="3300"/>
              <a:buFontTx/>
              <a:buChar char="-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Altura Solar</a:t>
            </a:r>
          </a:p>
          <a:p>
            <a:pPr marL="285750" indent="-285750" algn="just">
              <a:buClr>
                <a:schemeClr val="dk1"/>
              </a:buClr>
              <a:buSzPts val="3300"/>
              <a:buFontTx/>
              <a:buChar char="-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Zênite Solar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745211-FF1C-BF8E-7DB6-D9E04346E859}"/>
              </a:ext>
            </a:extLst>
          </p:cNvPr>
          <p:cNvSpPr txBox="1"/>
          <p:nvPr/>
        </p:nvSpPr>
        <p:spPr>
          <a:xfrm>
            <a:off x="10132456" y="6477605"/>
            <a:ext cx="52197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dk1"/>
              </a:buClr>
              <a:buSzPts val="3300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Posição do Módulo</a:t>
            </a:r>
          </a:p>
          <a:p>
            <a:pPr marL="285750" indent="-285750" algn="just">
              <a:buClr>
                <a:schemeClr val="dk1"/>
              </a:buClr>
              <a:buSzPts val="3300"/>
              <a:buFontTx/>
              <a:buChar char="-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Azimute da Superfície</a:t>
            </a:r>
          </a:p>
          <a:p>
            <a:pPr marL="285750" indent="-285750" algn="just">
              <a:buClr>
                <a:schemeClr val="dk1"/>
              </a:buClr>
              <a:buSzPts val="3300"/>
              <a:buFontTx/>
              <a:buChar char="-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Ângulo do Módulo</a:t>
            </a:r>
          </a:p>
          <a:p>
            <a:pPr marL="285750" indent="-285750" algn="just">
              <a:buClr>
                <a:schemeClr val="dk1"/>
              </a:buClr>
              <a:buSzPts val="3300"/>
              <a:buFontTx/>
              <a:buChar char="-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Ângulo de Incidência</a:t>
            </a:r>
          </a:p>
        </p:txBody>
      </p:sp>
    </p:spTree>
    <p:extLst>
      <p:ext uri="{BB962C8B-B14F-4D97-AF65-F5344CB8AC3E}">
        <p14:creationId xmlns:p14="http://schemas.microsoft.com/office/powerpoint/2010/main" val="1507599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2ECD8-4DB5-A5AA-0394-8C352A12F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6F54AF-4A23-701C-AEDA-924F3D511DB2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4F7C15E-8623-A532-4AAE-7E4AE3EBB7BF}"/>
              </a:ext>
            </a:extLst>
          </p:cNvPr>
          <p:cNvSpPr txBox="1"/>
          <p:nvPr/>
        </p:nvSpPr>
        <p:spPr>
          <a:xfrm>
            <a:off x="533977" y="571500"/>
            <a:ext cx="86862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Irradiância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x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Radiação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Solar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87C3E12-00CF-0000-27FC-3702FD2EF474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9E1CF5F-6B6D-01B0-D2E0-8AA73F91FD24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84BED43-6CFD-1C6A-4F0D-43133F558318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9E045A9-7B10-0526-D3F3-137DB26DA5D8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F7D7C28-1DF2-5E7D-490F-9FC24605F508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642D658C-4D22-97A5-BD01-E2220CF18D35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B51CE96F-E945-EA94-97E2-DD9ABC2D168F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6460BC9D-CA2C-3E00-4B97-7F838F267DCF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1C315A93-CDFF-936E-746B-CABBF4F2A466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BA85FFA5-BDF1-8F91-DA7F-AAA8776815D2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761AC74A-F6B8-C87F-860E-5F192FFAD30A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BBF45E96-4316-E435-4B6B-B793D313BB5E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6CDACC24-04DD-CAD4-9E29-F76D6081F05E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DFBB9A6-BE3E-75C9-2ABE-6133A35AFEFA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D099F562-81A3-4976-E469-20AF321AAA33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92230095-ACDD-3536-7677-C95A33547639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DE80DB68-8DD0-995E-FFE8-9C0C0895E60D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F7270943-1C79-9743-02EA-9EEA0776419F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5FB1445B-3033-6508-1722-F6951FF9F6CE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1E508C8A-A840-AB34-9ECF-95A00AFC3CAF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5FA9B0D-9E57-C224-67FF-987F89CB5FF3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sp>
        <p:nvSpPr>
          <p:cNvPr id="6" name="Google Shape;783;p51">
            <a:extLst>
              <a:ext uri="{FF2B5EF4-FFF2-40B4-BE49-F238E27FC236}">
                <a16:creationId xmlns:a16="http://schemas.microsoft.com/office/drawing/2014/main" id="{B0B2A823-5DF9-CA3A-5721-9DE0A184B828}"/>
              </a:ext>
            </a:extLst>
          </p:cNvPr>
          <p:cNvSpPr txBox="1">
            <a:spLocks/>
          </p:cNvSpPr>
          <p:nvPr/>
        </p:nvSpPr>
        <p:spPr>
          <a:xfrm>
            <a:off x="533977" y="1633852"/>
            <a:ext cx="8229600" cy="1367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indent="-182880"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pt-BR" sz="3600" b="1" dirty="0">
                <a:solidFill>
                  <a:srgbClr val="13355B"/>
                </a:solidFill>
                <a:latin typeface="Calibri"/>
                <a:ea typeface="Calibri"/>
                <a:cs typeface="Calibri"/>
              </a:rPr>
              <a:t>Irradiância = potência [W/m2]</a:t>
            </a:r>
          </a:p>
          <a:p>
            <a:pPr marL="182880" indent="-182880">
              <a:lnSpc>
                <a:spcPct val="100000"/>
              </a:lnSpc>
              <a:spcBef>
                <a:spcPts val="480"/>
              </a:spcBef>
              <a:buSzPts val="2040"/>
            </a:pPr>
            <a:r>
              <a:rPr lang="pt-BR" sz="3600" b="1" dirty="0">
                <a:solidFill>
                  <a:srgbClr val="13355B"/>
                </a:solidFill>
                <a:latin typeface="Calibri"/>
                <a:ea typeface="Calibri"/>
                <a:cs typeface="Calibri"/>
              </a:rPr>
              <a:t>Irradiação = energia [Wh/m2]</a:t>
            </a:r>
          </a:p>
        </p:txBody>
      </p:sp>
      <p:pic>
        <p:nvPicPr>
          <p:cNvPr id="10" name="Google Shape;784;p51">
            <a:extLst>
              <a:ext uri="{FF2B5EF4-FFF2-40B4-BE49-F238E27FC236}">
                <a16:creationId xmlns:a16="http://schemas.microsoft.com/office/drawing/2014/main" id="{C3A19C6C-9BBE-2199-CC18-CE25ACF3EB2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73026" y="3138884"/>
            <a:ext cx="9741947" cy="52900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7519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2953-50E9-2641-402F-9535039A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AB3EEF-C67E-55F3-67D8-EEE44A02CEF9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ACFCC4A-B09E-3A39-B885-00EF326914EA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Irradiância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Incidente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no Plano Horizontal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8C40D85-7A2B-91A1-A7DD-CF41CBC8233F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588579B-9E01-3ECF-FA30-18EDA57DBA77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D4DA530-8710-62ED-43BC-4A1C536196E5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D78457B-57E9-E935-9EFC-DD043ED7C145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D10C6BA-525F-A6FA-2366-CC6E8F91A89E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C271E157-2B47-AA6F-D848-56BA2EA39808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E454E9EE-68C1-0417-7FCF-E9ABF25492F0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40C40FB9-CCD4-82D0-ACD0-6AD91E0B5445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271F23BF-E444-00BE-AC67-7FCF5551AA14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9F5D9FDB-7752-D8DD-A165-5D225E5CC9CE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BEB954AE-ED1C-D1A0-3E3A-5939DCB64B98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06D4BD34-B098-0558-A4FF-70DB718ACB35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1054B23A-A830-442B-081D-F34FA6DD4C7A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EFB00EEB-78B4-A07A-0475-9CC2F0F34B73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3D054ED1-5BCA-4655-EAE8-DD6D7A310A23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2DAC87E8-09DC-B5FB-FDE8-0D05A01827D8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A69A71B7-F430-D3A8-9464-13ADFF6303FC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CAC54643-E687-6C89-7B37-0AC0FBE9CE62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1297750-4E41-33A4-F6D1-9362F462FA91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8544ED7E-3CC4-C9A2-78BD-43ED2D00F52F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7EB73C9-C83F-A707-9DA7-33DE4149DFFC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5F0A2E4-58A2-5943-A359-F43F747127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1952426"/>
            <a:ext cx="9944100" cy="5596530"/>
          </a:xfrm>
          <a:prstGeom prst="rect">
            <a:avLst/>
          </a:prstGeom>
        </p:spPr>
      </p:pic>
      <p:sp>
        <p:nvSpPr>
          <p:cNvPr id="31" name="Google Shape;147;p6">
            <a:extLst>
              <a:ext uri="{FF2B5EF4-FFF2-40B4-BE49-F238E27FC236}">
                <a16:creationId xmlns:a16="http://schemas.microsoft.com/office/drawing/2014/main" id="{D50E0A86-A045-EF57-7957-DB33272D8837}"/>
              </a:ext>
            </a:extLst>
          </p:cNvPr>
          <p:cNvSpPr txBox="1"/>
          <p:nvPr/>
        </p:nvSpPr>
        <p:spPr>
          <a:xfrm>
            <a:off x="330455" y="2530409"/>
            <a:ext cx="642973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just">
              <a:buClr>
                <a:schemeClr val="dk1"/>
              </a:buClr>
              <a:buSzPts val="3300"/>
            </a:pPr>
            <a:r>
              <a:rPr lang="pt-BR" sz="3200" u="sng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No Plano Horizontal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Irradiância Global Horizontal (GHI)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Irradiância Direta Normal (DNI)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Irradiância Direta Horizontal (BHI)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Irradiância Difusa Horizontal (DHI)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5487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D6AB8-E6D9-E7F0-E210-45645280A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353E453-3D6B-16F6-5EE5-81F8B164CD95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E42520C-2A29-4921-0A6D-47365FF40BE9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Modelos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de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Decomposição</a:t>
            </a:r>
            <a:endParaRPr lang="en-US" sz="5400" b="1" dirty="0">
              <a:solidFill>
                <a:srgbClr val="233C6D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6D09C36-84DE-899C-B837-1199F26F3CC0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CE00E3B-1409-0B33-A082-5AC09258FA2F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4383DA9-F965-297E-A9D0-45542A5C1D1A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DDF5C1B-07FC-C4B4-8F76-1179D16CDEB5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4FE2088-6B34-76F5-91FB-EF327324CDB9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D5714608-5656-3363-BFEA-C4642906D748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F05ACF81-706F-0DBB-5B76-CDC2A807D804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9DA04459-8823-23A0-1227-279E4664D88B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7DA4A819-37B5-8FD6-DFB4-DCA6F456D29E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BAEE97CE-267D-2B49-2204-6D937B8CBBF2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5C52DCE2-AF8C-F165-3E12-0C730108A0EC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E026EEE-3712-6C3C-0AE4-CF53FCB0D2FD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87072A23-0691-7BB5-2EB4-28F555E922C3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9BAF4621-86F3-2D23-6239-DD2D6E3EAA93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BD7745B6-AC14-9C4E-E812-79131804D076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C160290F-8AE9-73EB-41A6-54B382890A05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250A9EAD-0595-5BC9-387C-2FE2F9E86FD4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91D75BDD-3D52-D384-7B8B-DD64B613C792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7F56E143-B302-A2C9-78BA-D4BCB3AE4EFE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10499663-E751-EB89-704B-156F56C56FF2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A9658B1-EA54-120D-CBE5-85817D1D5ADB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sp>
        <p:nvSpPr>
          <p:cNvPr id="5" name="CaixaDeTexto 8">
            <a:extLst>
              <a:ext uri="{FF2B5EF4-FFF2-40B4-BE49-F238E27FC236}">
                <a16:creationId xmlns:a16="http://schemas.microsoft.com/office/drawing/2014/main" id="{60B16FA3-ECAD-D86B-D048-15FE3825CB57}"/>
              </a:ext>
            </a:extLst>
          </p:cNvPr>
          <p:cNvSpPr txBox="1"/>
          <p:nvPr/>
        </p:nvSpPr>
        <p:spPr>
          <a:xfrm>
            <a:off x="330455" y="1874728"/>
            <a:ext cx="37843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2">
                    <a:lumMod val="50000"/>
                  </a:schemeClr>
                </a:solidFill>
              </a:rPr>
              <a:t>Alguns modelos acessíveis no </a:t>
            </a:r>
            <a:r>
              <a:rPr lang="pt-BR" sz="2800" dirty="0" err="1">
                <a:solidFill>
                  <a:schemeClr val="bg2">
                    <a:lumMod val="50000"/>
                  </a:schemeClr>
                </a:solidFill>
              </a:rPr>
              <a:t>pvlib</a:t>
            </a:r>
            <a:r>
              <a:rPr lang="pt-BR" sz="2800" dirty="0">
                <a:solidFill>
                  <a:schemeClr val="bg2">
                    <a:lumMod val="50000"/>
                  </a:schemeClr>
                </a:solidFill>
              </a:rPr>
              <a:t> Python</a:t>
            </a:r>
          </a:p>
          <a:p>
            <a:endParaRPr lang="pt-BR" sz="28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chemeClr val="bg2">
                    <a:lumMod val="50000"/>
                  </a:schemeClr>
                </a:solidFill>
              </a:rPr>
              <a:t>Erbs</a:t>
            </a:r>
            <a:endParaRPr lang="pt-BR" sz="28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2">
                    <a:lumMod val="50000"/>
                  </a:schemeClr>
                </a:solidFill>
              </a:rPr>
              <a:t>DIRINT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2">
                    <a:lumMod val="50000"/>
                  </a:schemeClr>
                </a:solidFill>
              </a:rPr>
              <a:t>DISC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2">
                    <a:lumMod val="50000"/>
                  </a:schemeClr>
                </a:solidFill>
              </a:rPr>
              <a:t>Boland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chemeClr val="bg2">
                    <a:lumMod val="50000"/>
                  </a:schemeClr>
                </a:solidFill>
              </a:rPr>
              <a:t>Louche</a:t>
            </a:r>
            <a:endParaRPr lang="pt-BR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5AA38-B316-C63B-4896-66FD097AC3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1680158"/>
            <a:ext cx="9471319" cy="31728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CE6753-CC90-8373-DD53-23540EEDC9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8751" y="5131670"/>
            <a:ext cx="9981057" cy="332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36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1FA4F-EA3A-41B0-536D-5D320F9A2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5B802BD-72D7-D2E0-46AA-E0CDA8ADA671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C3D973D-CDEA-10F6-159F-2E96B6CC6B28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Transposição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de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Irradiância</a:t>
            </a:r>
            <a:endParaRPr lang="en-US" sz="5400" b="1" dirty="0">
              <a:solidFill>
                <a:srgbClr val="233C6D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B33B415-1B78-804C-3376-413179F2CA2E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E588A71-81C2-06C2-F13D-F28283FB70CA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7870757-7D6A-9AC7-9630-AA19CFBC809A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4EA82D4-8626-E568-5938-A88BA89C7F1B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2B7934B2-31DE-704E-3B4B-E4BBF89B8DE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873FFF74-E08D-EEE5-9A50-43DFDACF221F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A80A114E-A2B7-7C70-06DE-067F5C292023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EAE4DFDB-43B4-2046-A2C5-41D0CD812FF7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DB6BF0A4-07B5-C647-BF56-E1CB18B34059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78AB9682-AB68-1F66-AE23-70808FC53787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DAF03973-E402-B02C-3D3C-21ACC4DADFB2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02F8395A-3E99-C5BB-2847-0701585A37BA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AA1A21A1-A91D-5019-ACCC-A27007E1EA27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9FED464-F252-D40D-5AC3-6826BBD30C42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85E8661F-97B1-2E94-9848-83560D14DB7F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8637530E-2A93-D241-2346-7F0D9AC92A2E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68238567-6358-8C70-B1F5-172C4CCE07F8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72B711B5-4113-58F3-AEAE-A3DCDC4DD78D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ADCE6886-7129-79B2-F660-AC6BDC42C83B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16676EAA-FAE9-1B30-4E8B-1C5D6754FEF8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0B0F084-222A-5AC9-BF52-AD6E4E63C707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DFE6BFC-F70B-D032-EE3F-2F151E9CFF76}"/>
              </a:ext>
            </a:extLst>
          </p:cNvPr>
          <p:cNvSpPr txBox="1"/>
          <p:nvPr/>
        </p:nvSpPr>
        <p:spPr>
          <a:xfrm>
            <a:off x="381000" y="1638300"/>
            <a:ext cx="6477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dk1"/>
              </a:buClr>
              <a:buSzPts val="3300"/>
            </a:pPr>
            <a:r>
              <a:rPr lang="pt-BR" sz="3600" u="sng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No Plano do Módulo (Plane </a:t>
            </a:r>
            <a:r>
              <a:rPr lang="pt-BR" sz="3600" u="sng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of</a:t>
            </a:r>
            <a:r>
              <a:rPr lang="pt-BR" sz="3600" u="sng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u="sng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lang="pt-BR" sz="3600" u="sng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- POA)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Global (POA Global ou GTI)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Direta (DIR)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Difusa (DIF)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Refletida (REF)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45D2DBF-67E8-E232-B786-D0C9060FD8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4844" y="1585806"/>
            <a:ext cx="9464272" cy="53264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ED3FD16-4154-1B0E-0A9D-9A296EE8AB9C}"/>
                  </a:ext>
                </a:extLst>
              </p:cNvPr>
              <p:cNvSpPr txBox="1"/>
              <p:nvPr/>
            </p:nvSpPr>
            <p:spPr>
              <a:xfrm>
                <a:off x="6019800" y="7170290"/>
                <a:ext cx="11656717" cy="95250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𝑃𝑂𝐴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𝐷𝑁𝐼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𝐶𝑜𝑠</m:t>
                      </m:r>
                      <m:d>
                        <m:dPr>
                          <m:ctrlPr>
                            <a:rPr lang="pt-B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𝐷𝐻𝐼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∗ 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𝐺𝐻𝐼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ED3FD16-4154-1B0E-0A9D-9A296EE8A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7170290"/>
                <a:ext cx="11656717" cy="9525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6685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E7FE-AC90-1A17-686C-2E87E97D3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7BDB814-BEA4-46C8-95EB-1173076A078F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6CD275F-55E7-D69F-B2D1-1D262D2E1F60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Tipos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de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Instalações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FV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467C11B-5194-8F36-3B16-0A8063AB8D5A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F0A7187-1CA6-D096-BCE0-03C02435F625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50EEE6C-9551-A578-B0FA-96387933DE6A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C89D369-26DE-CDFB-B738-A322B7C093F5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418D824-40F3-622F-0D53-16771C105201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7D94EE7D-DB51-6E5A-E557-BBF3E125EEAC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2265F94B-BAAF-C2B1-9BFC-3F150F4A41C4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582A30BA-804E-2DE4-BAE8-CB376503C3B8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21935A41-34EE-7125-C354-C1399CBDDF5A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16CA3A02-CE58-C094-3DBC-C5B9FCA223F5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0AD9101A-4B3F-E7E9-542A-4987F399F68C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4253851-C31D-F3A6-83BB-F41168D78067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428EBB0-F2D1-4072-B2FB-0633726103F5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B222ACE-7BD6-6DC4-D2C3-7A6CCFE1AC87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1E43003C-FF04-707B-3D33-C8830776C2C6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9054B8F1-34B3-2040-7EB9-58AA2D02C8C1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66BAF166-52A2-1AFB-43F0-43EE1F6F8589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5FE79914-9820-6D06-0262-E903D70AA916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0920EE96-BC00-8CB6-E834-8F57AA2D99A9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2767B9A0-2757-2F4D-02AC-271627502367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5C0C10C-B814-5E57-DBEA-D4BF9D4A0257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sp>
        <p:nvSpPr>
          <p:cNvPr id="8" name="Google Shape;147;p6">
            <a:extLst>
              <a:ext uri="{FF2B5EF4-FFF2-40B4-BE49-F238E27FC236}">
                <a16:creationId xmlns:a16="http://schemas.microsoft.com/office/drawing/2014/main" id="{2B6B5E86-ABD3-E5A6-8721-B43AA8D720C4}"/>
              </a:ext>
            </a:extLst>
          </p:cNvPr>
          <p:cNvSpPr txBox="1"/>
          <p:nvPr/>
        </p:nvSpPr>
        <p:spPr>
          <a:xfrm>
            <a:off x="423909" y="1678000"/>
            <a:ext cx="6647030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Telhados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Solo (Sistemas Fixo e </a:t>
            </a:r>
            <a:r>
              <a:rPr lang="pt-BR" sz="3600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Tracker</a:t>
            </a: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de 1 ou 2 eixos)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Flutuantes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Build </a:t>
            </a:r>
            <a:r>
              <a:rPr lang="pt-BR" sz="3600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Integrated</a:t>
            </a: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(BIPV)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Agrovoltaicos</a:t>
            </a:r>
            <a:endParaRPr lang="pt-BR" sz="3600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Estacionamento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Sistemas Híbridos (Conectado à Rede + Baterias)</a:t>
            </a:r>
          </a:p>
        </p:txBody>
      </p:sp>
      <p:pic>
        <p:nvPicPr>
          <p:cNvPr id="31" name="Picture 2" descr="Módulos FV de Alta Potência são ideais para instalações em telhados ...">
            <a:extLst>
              <a:ext uri="{FF2B5EF4-FFF2-40B4-BE49-F238E27FC236}">
                <a16:creationId xmlns:a16="http://schemas.microsoft.com/office/drawing/2014/main" id="{C2F2FBFE-63F0-A395-7334-2CD928132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4018" y="736784"/>
            <a:ext cx="5113528" cy="287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Solar PV Tracker vs fixed comparison - Kerem Çilli ile Solar Blog">
            <a:extLst>
              <a:ext uri="{FF2B5EF4-FFF2-40B4-BE49-F238E27FC236}">
                <a16:creationId xmlns:a16="http://schemas.microsoft.com/office/drawing/2014/main" id="{F52E6523-C6F1-869D-6157-8296A8F60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400" y="1200943"/>
            <a:ext cx="4262772" cy="320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8" descr="About Our Renewable Energy Company | Arevon">
            <a:extLst>
              <a:ext uri="{FF2B5EF4-FFF2-40B4-BE49-F238E27FC236}">
                <a16:creationId xmlns:a16="http://schemas.microsoft.com/office/drawing/2014/main" id="{6B709D35-078A-7515-DF5F-2F1B95191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9396" y="3928991"/>
            <a:ext cx="4262772" cy="426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2" descr="Integrated Rooftop Mounted Solar Structures BIPV Skylights Building">
            <a:extLst>
              <a:ext uri="{FF2B5EF4-FFF2-40B4-BE49-F238E27FC236}">
                <a16:creationId xmlns:a16="http://schemas.microsoft.com/office/drawing/2014/main" id="{8BB72870-A825-0294-1CDB-D1CCF52EB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780" y="4900809"/>
            <a:ext cx="5134012" cy="308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488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ABCDD-4A29-BDFA-A5E6-186CA9582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F2B680-62EF-883B-1CCB-BF78844FEF08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DD9859B-E13B-26FE-8A95-674974AAD314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Tipos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de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Instalações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FV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537F922-FC09-5E00-6A71-6670B39452FC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53A41D3-1652-5DDA-CBFA-CC5A79033068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5CEB923E-2DAD-BD90-FFC7-EA363428D50D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328D09C4-75A2-61CF-FF30-DB9C0AE4BFF5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21537932-9A44-D2F6-D76C-6394B26A1A2F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69E1AA0E-86CD-EBEC-6A76-1D780B046B7C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56FA5C83-677B-3A04-E2D1-124D295D0E21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2A24D486-B836-E787-3284-E08B926CDC42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65CB3F3D-3FDF-957C-2D73-3AC848D45F31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4D11D461-82B2-5B9D-043F-939859B7CFB0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6DC4AC9A-0358-B710-15D3-D61BB3DC319D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777A3D9-92C4-1C23-EAB8-BAD19984ABA8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4158DA5A-F952-C50B-07C4-58A1E409FA54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5A09B29-D656-5BEC-3B81-FF7C5698B685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D391AA6-A275-0495-F234-1D33C6D68D7C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A0A57599-11D1-A891-2E84-A5AB8C6D4E34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E12A5C1D-773A-975D-EE16-1F0A66D26059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56CAFF63-A22E-3689-AB6C-8E7C57F38F13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56AC74C-C79F-50C2-B9DC-964DF1F19A27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54E2AA90-7792-8EBC-101E-8B00DCE8BF32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BAE8194-F422-BE3F-7867-4A9052433811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sp>
        <p:nvSpPr>
          <p:cNvPr id="8" name="Google Shape;147;p6">
            <a:extLst>
              <a:ext uri="{FF2B5EF4-FFF2-40B4-BE49-F238E27FC236}">
                <a16:creationId xmlns:a16="http://schemas.microsoft.com/office/drawing/2014/main" id="{60A98705-8295-5407-161A-938398998871}"/>
              </a:ext>
            </a:extLst>
          </p:cNvPr>
          <p:cNvSpPr txBox="1"/>
          <p:nvPr/>
        </p:nvSpPr>
        <p:spPr>
          <a:xfrm>
            <a:off x="528478" y="2019300"/>
            <a:ext cx="6721556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Telhados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Solo (Sistemas Fixo e </a:t>
            </a:r>
            <a:r>
              <a:rPr lang="pt-BR" sz="3600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Tracker</a:t>
            </a: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de 1 ou 2 eixos)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Flutuantes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Build </a:t>
            </a:r>
            <a:r>
              <a:rPr lang="pt-BR" sz="3600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Integrated</a:t>
            </a: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(BIPV)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Agrovoltaicos</a:t>
            </a:r>
            <a:endParaRPr lang="pt-BR" sz="3600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Estacionamento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Sistemas Híbridos (Conectado à Rede + Baterias)</a:t>
            </a:r>
          </a:p>
        </p:txBody>
      </p:sp>
      <p:pic>
        <p:nvPicPr>
          <p:cNvPr id="31" name="Picture 2" descr="Agrivoltaics Advantages &amp; Disadvantages - Climatebiz">
            <a:extLst>
              <a:ext uri="{FF2B5EF4-FFF2-40B4-BE49-F238E27FC236}">
                <a16:creationId xmlns:a16="http://schemas.microsoft.com/office/drawing/2014/main" id="{7443D140-61C8-8053-2843-89AD52D38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3521" y="456334"/>
            <a:ext cx="5327650" cy="296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 descr="New bifacial vertical solar panels are specially designed for agriculture">
            <a:extLst>
              <a:ext uri="{FF2B5EF4-FFF2-40B4-BE49-F238E27FC236}">
                <a16:creationId xmlns:a16="http://schemas.microsoft.com/office/drawing/2014/main" id="{7D921AAC-DAEB-679A-98D4-B39DCB8A5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354" y="5353042"/>
            <a:ext cx="4215848" cy="2807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 descr="Uso de luminarias solares estacionamientos【2019】 | Diseños de cochera ...">
            <a:extLst>
              <a:ext uri="{FF2B5EF4-FFF2-40B4-BE49-F238E27FC236}">
                <a16:creationId xmlns:a16="http://schemas.microsoft.com/office/drawing/2014/main" id="{2C6891E1-9F44-0CC8-1BCE-18E585DB2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7983" y="3695700"/>
            <a:ext cx="4875433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139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D1273-2160-522D-9D61-2D7C4F576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D018AE-8B96-1202-3308-FCE46924D801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1EA3E93-975F-F19A-9B42-64102E1A1A27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Sistemas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Fotovoltaicos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Bifaciais</a:t>
            </a:r>
            <a:endParaRPr lang="en-US" sz="5400" b="1" dirty="0">
              <a:solidFill>
                <a:srgbClr val="233C6D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27B8674-838D-5A3E-4F70-70496CC672BA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8191F23-65C4-6831-D363-588BC24802FD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917A649-69D9-1E0E-27CF-B653C5C43DCE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9FC91F54-55DF-18A3-330B-86E59C514E8F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288EC914-1548-5CBE-A772-C77C3FDB2088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A04A1B10-2338-78C7-9A9E-966CCF98E060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62C6518E-C293-3EB3-3A37-0DF7F3E70A6B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30CDF14B-0999-3BFB-A13B-621B9E0F6AD1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C3AC8EFD-9CEA-C2C4-6C2D-3DDBDB9E8DDC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8D77ADB0-F4E2-7373-7D52-2562CFB022B9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BB54ECCB-23CD-F5E9-A343-0F42365245F9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E307BB5-6943-931A-3111-949D460632F2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4EC41B38-949F-F909-ACC6-7E2407FAB905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ED5DCE86-1359-EE51-E095-B052128AA344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EA7CB224-C959-B99D-C181-A6D7B423619E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37486A9A-6590-B6C5-063F-2843802EF6BA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860EE2D5-7636-67F4-F14E-52A0547676E7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8E265649-08A4-CD2C-B4A7-634DF53AE682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ED9D200-D5C0-B8E5-F89B-4C132775D3FA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1974085D-AAE5-ABE0-9F21-34094D2EB0B7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69619ABC-AFC8-7548-B700-F6E075CD27D1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pic>
        <p:nvPicPr>
          <p:cNvPr id="8" name="Picture 4" descr="Bifacial modules: are they the future of solar PV?">
            <a:extLst>
              <a:ext uri="{FF2B5EF4-FFF2-40B4-BE49-F238E27FC236}">
                <a16:creationId xmlns:a16="http://schemas.microsoft.com/office/drawing/2014/main" id="{17FD3BE1-6CF0-CC85-D4E4-D976B8A1A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24100"/>
            <a:ext cx="8144594" cy="475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Google Shape;147;p6">
            <a:extLst>
              <a:ext uri="{FF2B5EF4-FFF2-40B4-BE49-F238E27FC236}">
                <a16:creationId xmlns:a16="http://schemas.microsoft.com/office/drawing/2014/main" id="{5A8452BC-02B5-021F-0B60-F1A7E93DEBA6}"/>
              </a:ext>
            </a:extLst>
          </p:cNvPr>
          <p:cNvSpPr txBox="1"/>
          <p:nvPr/>
        </p:nvSpPr>
        <p:spPr>
          <a:xfrm>
            <a:off x="9601200" y="1828467"/>
            <a:ext cx="8421093" cy="55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Geram energia elétrica pelos 2 lados;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Fator de </a:t>
            </a:r>
            <a:r>
              <a:rPr lang="pt-BR" sz="3200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Bifacialidade</a:t>
            </a: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Maior complexidade no cálculo de geração;</a:t>
            </a: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Mais variáveis do ambiente são levados em consideração, como:</a:t>
            </a:r>
          </a:p>
          <a:p>
            <a:pPr marL="800100" lvl="1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Altura do Módulo;</a:t>
            </a:r>
          </a:p>
          <a:p>
            <a:pPr marL="800100" lvl="1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Regiões Sombreados no chão;</a:t>
            </a:r>
          </a:p>
          <a:p>
            <a:pPr marL="800100" lvl="1" indent="-342900" algn="just">
              <a:buClr>
                <a:schemeClr val="dk1"/>
              </a:buClr>
              <a:buSzPts val="33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Albedo do Solo;</a:t>
            </a:r>
          </a:p>
        </p:txBody>
      </p:sp>
    </p:spTree>
    <p:extLst>
      <p:ext uri="{BB962C8B-B14F-4D97-AF65-F5344CB8AC3E}">
        <p14:creationId xmlns:p14="http://schemas.microsoft.com/office/powerpoint/2010/main" val="26681348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94BD-B076-5CC3-A200-BB9E4F4E1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BF6388-15A8-0BF8-7BD0-6B55CCBEFF06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3047A65-E0EB-407B-983F-81E39D9CB376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Modelos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de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Transposição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de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Irrardiância</a:t>
            </a:r>
            <a:endParaRPr lang="en-US" sz="5400" b="1" dirty="0">
              <a:solidFill>
                <a:srgbClr val="233C6D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251F242-A8F6-7B70-0AD2-D2D5C4C40BC8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D8368DA-53AD-CA04-1C3C-0DC2486D6428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D6074F7-13BB-1E81-AB85-D6C1A914D574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A17249D-E988-E236-A978-DEB02E626990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31DC2DD-070C-A673-5AF9-7BC90984A385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0031CAFE-8E67-65C7-D9A0-15B360D415BB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2DCC579B-F648-2A1C-8272-54D4CF0D122F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39913EB5-8FAC-BD20-AFD1-5D0152F0EDA5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2E96C352-2EDB-0FE3-ABA0-2EB2C558FF1E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312443B5-A11D-E4CE-BA87-CAA4069AD5E8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84CF8453-57B2-4553-46D3-80E67A398F80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10576B3D-2C18-56D3-ABA8-DA6B8E671D0D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1E6A7E51-A51B-DECC-0BF0-086935D40ABF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ABB1659D-80AE-833E-E43E-16214FEC9BF6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A1013A7C-41DF-D536-B81A-5B92E1E65CF2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D15C2060-7AFA-D1A2-DD6C-1203F6CD67E3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D4FD2BCF-065A-C8A8-C05E-CE47C8CD737D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9493465A-AF84-136C-D665-DE87C2944750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13D53246-D81F-ED63-CCC1-3FDBDBC02C37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4D5DEE8C-F2EE-B31C-3C8C-92EAE975493C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25109F7-4153-1432-AD88-740B623358A9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sp>
        <p:nvSpPr>
          <p:cNvPr id="9" name="CaixaDeTexto 8">
            <a:extLst>
              <a:ext uri="{FF2B5EF4-FFF2-40B4-BE49-F238E27FC236}">
                <a16:creationId xmlns:a16="http://schemas.microsoft.com/office/drawing/2014/main" id="{DBE067D0-7D18-8336-A559-3327AE605D7E}"/>
              </a:ext>
            </a:extLst>
          </p:cNvPr>
          <p:cNvSpPr txBox="1"/>
          <p:nvPr/>
        </p:nvSpPr>
        <p:spPr>
          <a:xfrm>
            <a:off x="511473" y="1779999"/>
            <a:ext cx="86355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2">
                    <a:lumMod val="50000"/>
                  </a:schemeClr>
                </a:solidFill>
              </a:rPr>
              <a:t>Alguns modelos acessíveis no </a:t>
            </a:r>
            <a:r>
              <a:rPr lang="pt-BR" sz="3600" dirty="0" err="1">
                <a:solidFill>
                  <a:schemeClr val="bg2">
                    <a:lumMod val="50000"/>
                  </a:schemeClr>
                </a:solidFill>
              </a:rPr>
              <a:t>pvlib</a:t>
            </a:r>
            <a:r>
              <a:rPr lang="pt-BR" sz="3600" dirty="0">
                <a:solidFill>
                  <a:schemeClr val="bg2">
                    <a:lumMod val="50000"/>
                  </a:schemeClr>
                </a:solidFill>
              </a:rPr>
              <a:t> Python</a:t>
            </a:r>
          </a:p>
          <a:p>
            <a:endParaRPr lang="pt-BR" sz="36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chemeClr val="bg2">
                    <a:lumMod val="50000"/>
                  </a:schemeClr>
                </a:solidFill>
              </a:rPr>
              <a:t>Isotropic</a:t>
            </a:r>
            <a:endParaRPr lang="pt-BR" sz="36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2">
                    <a:lumMod val="50000"/>
                  </a:schemeClr>
                </a:solidFill>
              </a:rPr>
              <a:t>Perez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chemeClr val="bg2">
                    <a:lumMod val="50000"/>
                  </a:schemeClr>
                </a:solidFill>
              </a:rPr>
              <a:t>Perez_Driesse</a:t>
            </a:r>
            <a:endParaRPr lang="pt-BR" sz="36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chemeClr val="bg2">
                    <a:lumMod val="50000"/>
                  </a:schemeClr>
                </a:solidFill>
              </a:rPr>
              <a:t>Haydavies</a:t>
            </a:r>
            <a:endParaRPr lang="pt-BR" sz="36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chemeClr val="bg2">
                    <a:lumMod val="50000"/>
                  </a:schemeClr>
                </a:solidFill>
              </a:rPr>
              <a:t>Klucher</a:t>
            </a:r>
            <a:endParaRPr lang="pt-BR" sz="36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chemeClr val="bg2">
                    <a:lumMod val="50000"/>
                  </a:schemeClr>
                </a:solidFill>
              </a:rPr>
              <a:t>Reindl</a:t>
            </a:r>
            <a:endParaRPr lang="pt-BR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51E0CF7-F290-8967-1D3F-03452F92CA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708771"/>
            <a:ext cx="11928342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69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D359-3D04-12A1-6F3A-62EEA1A9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1733170-64C9-B524-434F-A6CD69A15E4A}"/>
              </a:ext>
            </a:extLst>
          </p:cNvPr>
          <p:cNvSpPr/>
          <p:nvPr/>
        </p:nvSpPr>
        <p:spPr>
          <a:xfrm rot="-5400000" flipH="1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0" y="18288000"/>
                </a:ln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56" r="-906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5C4D952-9BEB-D36F-82FE-2F771C61BCAE}"/>
              </a:ext>
            </a:extLst>
          </p:cNvPr>
          <p:cNvSpPr/>
          <p:nvPr/>
        </p:nvSpPr>
        <p:spPr>
          <a:xfrm>
            <a:off x="0" y="2930085"/>
            <a:ext cx="18317499" cy="3490751"/>
          </a:xfrm>
          <a:custGeom>
            <a:avLst/>
            <a:gdLst/>
            <a:ahLst/>
            <a:cxnLst/>
            <a:rect l="l" t="t" r="r" b="b"/>
            <a:pathLst>
              <a:path w="18317499" h="3490751">
                <a:moveTo>
                  <a:pt x="0" y="0"/>
                </a:moveTo>
                <a:lnTo>
                  <a:pt x="18317499" y="0"/>
                </a:lnTo>
                <a:lnTo>
                  <a:pt x="18317499" y="3490751"/>
                </a:lnTo>
                <a:lnTo>
                  <a:pt x="0" y="3490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209263F-855D-7B81-20A9-C2EE131544B8}"/>
              </a:ext>
            </a:extLst>
          </p:cNvPr>
          <p:cNvSpPr txBox="1"/>
          <p:nvPr/>
        </p:nvSpPr>
        <p:spPr>
          <a:xfrm>
            <a:off x="609599" y="4281858"/>
            <a:ext cx="17068799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pt-BR" sz="5400" b="1" spc="642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INTERVALO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A8BA6FD1-6244-490F-CAF0-371F08745435}"/>
              </a:ext>
            </a:extLst>
          </p:cNvPr>
          <p:cNvGrpSpPr/>
          <p:nvPr/>
        </p:nvGrpSpPr>
        <p:grpSpPr>
          <a:xfrm>
            <a:off x="1028700" y="467376"/>
            <a:ext cx="4152900" cy="1161941"/>
            <a:chOff x="0" y="-66675"/>
            <a:chExt cx="5537199" cy="1549255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C5861EB-A9A1-6AA2-2ED4-9B133CBE6F74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44E016B-E09D-692D-1947-842D0C0ABA59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82AC416-010C-4F48-9598-5E39879FE4F7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6FA5A22-B7DB-B6E5-D19C-DBB3746966BB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078FF77-0848-0DD9-E8A3-8FC004444F07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DD7D9E5-B380-F306-3000-2F7AD9088D0C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DEB3FFBE-0FEA-2F19-34C5-C4F4550B5371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D0B0955E-BF95-BDFE-887E-A038FF518A9A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A541D59B-0982-1A49-2DF7-8BAEB677055C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C8354DE-227E-92B1-C82A-E85C5FB411C9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EDE0408-F475-036F-71CD-926338B7921B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637A147-7383-37E6-2EEB-58165A299C2F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1E0C405D-DC26-0AF7-9EEF-C192E8BD88F5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F2FB5DF9-A44A-A14A-E432-BCA506A3D629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6EA37CF9-FD7C-7DC8-BC5F-771A82B9CFC8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45A25D08-9B5B-5C8E-A46D-46571180A772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9C117D2F-BBDD-DB9B-2F76-01533E70B8FE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3F4DC654-04D5-7F35-BC21-D59ABB38DE58}"/>
                </a:ext>
              </a:extLst>
            </p:cNvPr>
            <p:cNvSpPr txBox="1"/>
            <p:nvPr/>
          </p:nvSpPr>
          <p:spPr>
            <a:xfrm>
              <a:off x="2480589" y="-66675"/>
              <a:ext cx="3056610" cy="7180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46683996-D4C0-B8D7-DC38-669CEEA80795}"/>
                </a:ext>
              </a:extLst>
            </p:cNvPr>
            <p:cNvSpPr txBox="1"/>
            <p:nvPr/>
          </p:nvSpPr>
          <p:spPr>
            <a:xfrm>
              <a:off x="2480589" y="559677"/>
              <a:ext cx="3056610" cy="9229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A45BB1-AE6D-A9D6-D1AE-6C1FEE7C3BFE}"/>
              </a:ext>
            </a:extLst>
          </p:cNvPr>
          <p:cNvGrpSpPr/>
          <p:nvPr/>
        </p:nvGrpSpPr>
        <p:grpSpPr>
          <a:xfrm>
            <a:off x="13472500" y="517382"/>
            <a:ext cx="3961967" cy="1022636"/>
            <a:chOff x="0" y="0"/>
            <a:chExt cx="5282622" cy="1363515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4AE1622F-0AE2-B0EA-F4AA-846B51C2E302}"/>
                </a:ext>
              </a:extLst>
            </p:cNvPr>
            <p:cNvSpPr/>
            <p:nvPr/>
          </p:nvSpPr>
          <p:spPr>
            <a:xfrm>
              <a:off x="3816366" y="0"/>
              <a:ext cx="1466256" cy="1363515"/>
            </a:xfrm>
            <a:custGeom>
              <a:avLst/>
              <a:gdLst/>
              <a:ahLst/>
              <a:cxnLst/>
              <a:rect l="l" t="t" r="r" b="b"/>
              <a:pathLst>
                <a:path w="1466256" h="1363515">
                  <a:moveTo>
                    <a:pt x="0" y="0"/>
                  </a:moveTo>
                  <a:lnTo>
                    <a:pt x="1466256" y="0"/>
                  </a:lnTo>
                  <a:lnTo>
                    <a:pt x="1466256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0593" t="-36322" r="-337402" b="-40583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8F425E72-F654-1B63-5CEB-2EE1C0E6FEF8}"/>
                </a:ext>
              </a:extLst>
            </p:cNvPr>
            <p:cNvSpPr/>
            <p:nvPr/>
          </p:nvSpPr>
          <p:spPr>
            <a:xfrm>
              <a:off x="2526954" y="0"/>
              <a:ext cx="1209785" cy="1363515"/>
            </a:xfrm>
            <a:custGeom>
              <a:avLst/>
              <a:gdLst/>
              <a:ahLst/>
              <a:cxnLst/>
              <a:rect l="l" t="t" r="r" b="b"/>
              <a:pathLst>
                <a:path w="1209785" h="1363515">
                  <a:moveTo>
                    <a:pt x="0" y="0"/>
                  </a:moveTo>
                  <a:lnTo>
                    <a:pt x="1209785" y="0"/>
                  </a:lnTo>
                  <a:lnTo>
                    <a:pt x="1209785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22711D08-4A16-A4C9-28EF-C99618DA1FA2}"/>
                </a:ext>
              </a:extLst>
            </p:cNvPr>
            <p:cNvSpPr/>
            <p:nvPr/>
          </p:nvSpPr>
          <p:spPr>
            <a:xfrm>
              <a:off x="1318590" y="0"/>
              <a:ext cx="1035931" cy="1363515"/>
            </a:xfrm>
            <a:custGeom>
              <a:avLst/>
              <a:gdLst/>
              <a:ahLst/>
              <a:cxnLst/>
              <a:rect l="l" t="t" r="r" b="b"/>
              <a:pathLst>
                <a:path w="1035931" h="1363515">
                  <a:moveTo>
                    <a:pt x="0" y="0"/>
                  </a:moveTo>
                  <a:lnTo>
                    <a:pt x="1035931" y="0"/>
                  </a:lnTo>
                  <a:lnTo>
                    <a:pt x="1035931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0E05C85-998C-12BD-0186-74EB97EF8A4E}"/>
                </a:ext>
              </a:extLst>
            </p:cNvPr>
            <p:cNvSpPr/>
            <p:nvPr/>
          </p:nvSpPr>
          <p:spPr>
            <a:xfrm>
              <a:off x="0" y="107502"/>
              <a:ext cx="1318590" cy="1256013"/>
            </a:xfrm>
            <a:custGeom>
              <a:avLst/>
              <a:gdLst/>
              <a:ahLst/>
              <a:cxnLst/>
              <a:rect l="l" t="t" r="r" b="b"/>
              <a:pathLst>
                <a:path w="1318590" h="1256013">
                  <a:moveTo>
                    <a:pt x="0" y="0"/>
                  </a:moveTo>
                  <a:lnTo>
                    <a:pt x="1318590" y="0"/>
                  </a:lnTo>
                  <a:lnTo>
                    <a:pt x="1318590" y="1256013"/>
                  </a:lnTo>
                  <a:lnTo>
                    <a:pt x="0" y="12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7051" t="-52359" r="-231893" b="-537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F40D9499-A8B1-BFE0-73C3-2C10303541F8}"/>
              </a:ext>
            </a:extLst>
          </p:cNvPr>
          <p:cNvGrpSpPr/>
          <p:nvPr/>
        </p:nvGrpSpPr>
        <p:grpSpPr>
          <a:xfrm>
            <a:off x="0" y="0"/>
            <a:ext cx="18288000" cy="218306"/>
            <a:chOff x="0" y="0"/>
            <a:chExt cx="24384000" cy="291074"/>
          </a:xfrm>
        </p:grpSpPr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FAD20CD2-A49B-338B-25BE-11AE496603A7}"/>
                </a:ext>
              </a:extLst>
            </p:cNvPr>
            <p:cNvGrpSpPr/>
            <p:nvPr/>
          </p:nvGrpSpPr>
          <p:grpSpPr>
            <a:xfrm>
              <a:off x="0" y="0"/>
              <a:ext cx="3048000" cy="291074"/>
              <a:chOff x="0" y="0"/>
              <a:chExt cx="372945" cy="35615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E1689012-1117-8DB9-E65A-2C07562784EB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FB581F97-1337-DF3F-CD77-67A352239E3F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AEB076C2-287A-DA54-E549-5481E815EB0B}"/>
                </a:ext>
              </a:extLst>
            </p:cNvPr>
            <p:cNvGrpSpPr/>
            <p:nvPr/>
          </p:nvGrpSpPr>
          <p:grpSpPr>
            <a:xfrm>
              <a:off x="3048000" y="0"/>
              <a:ext cx="3048000" cy="291074"/>
              <a:chOff x="0" y="0"/>
              <a:chExt cx="372945" cy="35615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149569DF-1798-7914-5BA1-11CFE4FEB9D3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9C7F781B-61FC-42A6-67FD-343709F436C9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E2C38E31-6105-6C42-68D8-2B449DDAD146}"/>
                </a:ext>
              </a:extLst>
            </p:cNvPr>
            <p:cNvGrpSpPr/>
            <p:nvPr/>
          </p:nvGrpSpPr>
          <p:grpSpPr>
            <a:xfrm>
              <a:off x="6096000" y="0"/>
              <a:ext cx="3048000" cy="291074"/>
              <a:chOff x="0" y="0"/>
              <a:chExt cx="372945" cy="35615"/>
            </a:xfrm>
          </p:grpSpPr>
          <p:sp>
            <p:nvSpPr>
              <p:cNvPr id="41" name="Freeform 41">
                <a:extLst>
                  <a:ext uri="{FF2B5EF4-FFF2-40B4-BE49-F238E27FC236}">
                    <a16:creationId xmlns:a16="http://schemas.microsoft.com/office/drawing/2014/main" id="{9F9D0503-F828-4E88-4AE4-D5BECB05FEAF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AE42480A-E0D8-3C0C-EF5A-C1AC31A25151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6936E006-6A88-277F-94E5-2C30AB2D7717}"/>
                </a:ext>
              </a:extLst>
            </p:cNvPr>
            <p:cNvGrpSpPr/>
            <p:nvPr/>
          </p:nvGrpSpPr>
          <p:grpSpPr>
            <a:xfrm>
              <a:off x="9144000" y="0"/>
              <a:ext cx="3048000" cy="291074"/>
              <a:chOff x="0" y="0"/>
              <a:chExt cx="372945" cy="35615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3772E03F-518C-65A9-7AED-301B94E0718F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>
                <a:extLst>
                  <a:ext uri="{FF2B5EF4-FFF2-40B4-BE49-F238E27FC236}">
                    <a16:creationId xmlns:a16="http://schemas.microsoft.com/office/drawing/2014/main" id="{5DD3275F-53F6-390F-FA12-67DE65B37E11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5F834262-A4E8-5242-268B-CAC23F91C628}"/>
                </a:ext>
              </a:extLst>
            </p:cNvPr>
            <p:cNvGrpSpPr/>
            <p:nvPr/>
          </p:nvGrpSpPr>
          <p:grpSpPr>
            <a:xfrm>
              <a:off x="12192000" y="0"/>
              <a:ext cx="3048000" cy="291074"/>
              <a:chOff x="0" y="0"/>
              <a:chExt cx="372945" cy="35615"/>
            </a:xfrm>
          </p:grpSpPr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2D36FD20-47CD-E244-3B35-F979C2D953F4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8">
                <a:extLst>
                  <a:ext uri="{FF2B5EF4-FFF2-40B4-BE49-F238E27FC236}">
                    <a16:creationId xmlns:a16="http://schemas.microsoft.com/office/drawing/2014/main" id="{BD14C1E2-6238-00EE-0727-307B9C88CA55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FAB4F709-9340-223D-D94E-4E840FF32271}"/>
                </a:ext>
              </a:extLst>
            </p:cNvPr>
            <p:cNvGrpSpPr/>
            <p:nvPr/>
          </p:nvGrpSpPr>
          <p:grpSpPr>
            <a:xfrm>
              <a:off x="15240000" y="0"/>
              <a:ext cx="3048000" cy="291074"/>
              <a:chOff x="0" y="0"/>
              <a:chExt cx="372945" cy="35615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151AF5A4-3F0F-792B-8DD2-C41B73F95459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id="{7D1BAABD-9ADB-6218-C3A4-D115ECD8B11F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C6C842B4-77FA-A570-0831-2D41399D8895}"/>
                </a:ext>
              </a:extLst>
            </p:cNvPr>
            <p:cNvGrpSpPr/>
            <p:nvPr/>
          </p:nvGrpSpPr>
          <p:grpSpPr>
            <a:xfrm>
              <a:off x="18288000" y="0"/>
              <a:ext cx="3048000" cy="291074"/>
              <a:chOff x="0" y="0"/>
              <a:chExt cx="372945" cy="35615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0515A13C-345D-198B-3F92-033F3A5EBE5C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id="{9853FC21-BBB1-2C19-324F-6BD7900C0B1E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id="{5C315588-443A-B576-631A-85B5D7D8D47D}"/>
                </a:ext>
              </a:extLst>
            </p:cNvPr>
            <p:cNvGrpSpPr/>
            <p:nvPr/>
          </p:nvGrpSpPr>
          <p:grpSpPr>
            <a:xfrm>
              <a:off x="21336000" y="0"/>
              <a:ext cx="3048000" cy="291074"/>
              <a:chOff x="0" y="0"/>
              <a:chExt cx="372945" cy="35615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CBA3E53E-F66A-4C4A-EE17-1D54F645A6C6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id="{C9C9377D-31E7-1B54-9458-4A44CF9404C4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52578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7CE30-0533-85B7-AD81-670196EE4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C5005FB-10C2-1B12-ECF5-310EAAD90061}"/>
              </a:ext>
            </a:extLst>
          </p:cNvPr>
          <p:cNvSpPr/>
          <p:nvPr/>
        </p:nvSpPr>
        <p:spPr>
          <a:xfrm rot="-5400000" flipH="1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0" y="18288000"/>
                </a:ln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56" r="-906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F089028-B7AC-3025-05F4-5DB32F6A0AD5}"/>
              </a:ext>
            </a:extLst>
          </p:cNvPr>
          <p:cNvSpPr/>
          <p:nvPr/>
        </p:nvSpPr>
        <p:spPr>
          <a:xfrm>
            <a:off x="0" y="2930085"/>
            <a:ext cx="18317499" cy="3490751"/>
          </a:xfrm>
          <a:custGeom>
            <a:avLst/>
            <a:gdLst/>
            <a:ahLst/>
            <a:cxnLst/>
            <a:rect l="l" t="t" r="r" b="b"/>
            <a:pathLst>
              <a:path w="18317499" h="3490751">
                <a:moveTo>
                  <a:pt x="0" y="0"/>
                </a:moveTo>
                <a:lnTo>
                  <a:pt x="18317499" y="0"/>
                </a:lnTo>
                <a:lnTo>
                  <a:pt x="18317499" y="3490751"/>
                </a:lnTo>
                <a:lnTo>
                  <a:pt x="0" y="3490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4C327EA-7479-7DB3-0A60-524AE6F46DFD}"/>
              </a:ext>
            </a:extLst>
          </p:cNvPr>
          <p:cNvSpPr txBox="1"/>
          <p:nvPr/>
        </p:nvSpPr>
        <p:spPr>
          <a:xfrm>
            <a:off x="609599" y="4281858"/>
            <a:ext cx="17068799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pt-BR" sz="5400" b="1" spc="642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Temperatura, Potência e Curva I-V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AEC8AD21-4548-49A7-627C-D899976B3D85}"/>
              </a:ext>
            </a:extLst>
          </p:cNvPr>
          <p:cNvGrpSpPr/>
          <p:nvPr/>
        </p:nvGrpSpPr>
        <p:grpSpPr>
          <a:xfrm>
            <a:off x="1028700" y="467376"/>
            <a:ext cx="4152900" cy="1161941"/>
            <a:chOff x="0" y="-66675"/>
            <a:chExt cx="5537199" cy="1549255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AF474E8-D4C2-D235-0580-FD266958F167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745AAE5-F6C8-DC24-58AF-56FE88ABF726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275D5FB-0AF5-36F2-5386-0FEEA8808FC7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06AA88E1-E6DF-4541-FF69-57C90745C6C9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CC1BCC2-CBEE-7ADD-7186-7FEEEE8D7BA5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B48C555-82BF-973F-008E-1D179C0F0B9F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E3D03C09-1F10-13A5-42FB-2AD68502D568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2B595091-029B-7398-03B4-B61BC4035A4D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446E045D-AB48-0BF8-44E4-90A868CC057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E8D1852-30BE-EA6B-5F6B-4560315ECB62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C9B4A49-90E0-5E41-D1B8-49788EC0E862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574A967-10D8-8965-AC52-755A2E92B3B5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562182DB-D7D6-A14F-DE94-41D749A87FBD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59E672C8-41A2-188D-24A6-4E4E41560CCB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C5FB5F88-6F9B-80C4-D5E9-B7501754D4F1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50A0E7ED-5CC2-6685-5DCB-2D1D1DB17A2D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A838852E-BF1D-7616-B3E1-85F718988200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3B4A9095-65C0-7F36-E933-678A605D8D0C}"/>
                </a:ext>
              </a:extLst>
            </p:cNvPr>
            <p:cNvSpPr txBox="1"/>
            <p:nvPr/>
          </p:nvSpPr>
          <p:spPr>
            <a:xfrm>
              <a:off x="2480589" y="-66675"/>
              <a:ext cx="3056610" cy="7180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52CA3FFC-AC85-151E-D6DA-D8502508A061}"/>
                </a:ext>
              </a:extLst>
            </p:cNvPr>
            <p:cNvSpPr txBox="1"/>
            <p:nvPr/>
          </p:nvSpPr>
          <p:spPr>
            <a:xfrm>
              <a:off x="2480589" y="559677"/>
              <a:ext cx="3056610" cy="9229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0E54403-08D2-8EA5-3865-97EDA746F93A}"/>
              </a:ext>
            </a:extLst>
          </p:cNvPr>
          <p:cNvGrpSpPr/>
          <p:nvPr/>
        </p:nvGrpSpPr>
        <p:grpSpPr>
          <a:xfrm>
            <a:off x="13472500" y="517382"/>
            <a:ext cx="3961967" cy="1022636"/>
            <a:chOff x="0" y="0"/>
            <a:chExt cx="5282622" cy="1363515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A128383-601D-DB50-8BF3-7819BDF4F4F0}"/>
                </a:ext>
              </a:extLst>
            </p:cNvPr>
            <p:cNvSpPr/>
            <p:nvPr/>
          </p:nvSpPr>
          <p:spPr>
            <a:xfrm>
              <a:off x="3816366" y="0"/>
              <a:ext cx="1466256" cy="1363515"/>
            </a:xfrm>
            <a:custGeom>
              <a:avLst/>
              <a:gdLst/>
              <a:ahLst/>
              <a:cxnLst/>
              <a:rect l="l" t="t" r="r" b="b"/>
              <a:pathLst>
                <a:path w="1466256" h="1363515">
                  <a:moveTo>
                    <a:pt x="0" y="0"/>
                  </a:moveTo>
                  <a:lnTo>
                    <a:pt x="1466256" y="0"/>
                  </a:lnTo>
                  <a:lnTo>
                    <a:pt x="1466256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0593" t="-36322" r="-337402" b="-40583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E4D7826-E13D-A3AB-4487-0D0F250DD534}"/>
                </a:ext>
              </a:extLst>
            </p:cNvPr>
            <p:cNvSpPr/>
            <p:nvPr/>
          </p:nvSpPr>
          <p:spPr>
            <a:xfrm>
              <a:off x="2526954" y="0"/>
              <a:ext cx="1209785" cy="1363515"/>
            </a:xfrm>
            <a:custGeom>
              <a:avLst/>
              <a:gdLst/>
              <a:ahLst/>
              <a:cxnLst/>
              <a:rect l="l" t="t" r="r" b="b"/>
              <a:pathLst>
                <a:path w="1209785" h="1363515">
                  <a:moveTo>
                    <a:pt x="0" y="0"/>
                  </a:moveTo>
                  <a:lnTo>
                    <a:pt x="1209785" y="0"/>
                  </a:lnTo>
                  <a:lnTo>
                    <a:pt x="1209785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2AD9C876-D048-E353-4737-8E2EC561C1A2}"/>
                </a:ext>
              </a:extLst>
            </p:cNvPr>
            <p:cNvSpPr/>
            <p:nvPr/>
          </p:nvSpPr>
          <p:spPr>
            <a:xfrm>
              <a:off x="1318590" y="0"/>
              <a:ext cx="1035931" cy="1363515"/>
            </a:xfrm>
            <a:custGeom>
              <a:avLst/>
              <a:gdLst/>
              <a:ahLst/>
              <a:cxnLst/>
              <a:rect l="l" t="t" r="r" b="b"/>
              <a:pathLst>
                <a:path w="1035931" h="1363515">
                  <a:moveTo>
                    <a:pt x="0" y="0"/>
                  </a:moveTo>
                  <a:lnTo>
                    <a:pt x="1035931" y="0"/>
                  </a:lnTo>
                  <a:lnTo>
                    <a:pt x="1035931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A4B3A13D-5932-352C-2717-830F914418EF}"/>
                </a:ext>
              </a:extLst>
            </p:cNvPr>
            <p:cNvSpPr/>
            <p:nvPr/>
          </p:nvSpPr>
          <p:spPr>
            <a:xfrm>
              <a:off x="0" y="107502"/>
              <a:ext cx="1318590" cy="1256013"/>
            </a:xfrm>
            <a:custGeom>
              <a:avLst/>
              <a:gdLst/>
              <a:ahLst/>
              <a:cxnLst/>
              <a:rect l="l" t="t" r="r" b="b"/>
              <a:pathLst>
                <a:path w="1318590" h="1256013">
                  <a:moveTo>
                    <a:pt x="0" y="0"/>
                  </a:moveTo>
                  <a:lnTo>
                    <a:pt x="1318590" y="0"/>
                  </a:lnTo>
                  <a:lnTo>
                    <a:pt x="1318590" y="1256013"/>
                  </a:lnTo>
                  <a:lnTo>
                    <a:pt x="0" y="12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7051" t="-52359" r="-231893" b="-537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17784886-8725-0B4E-ABB0-AB00CE264572}"/>
              </a:ext>
            </a:extLst>
          </p:cNvPr>
          <p:cNvGrpSpPr/>
          <p:nvPr/>
        </p:nvGrpSpPr>
        <p:grpSpPr>
          <a:xfrm>
            <a:off x="0" y="0"/>
            <a:ext cx="18288000" cy="218306"/>
            <a:chOff x="0" y="0"/>
            <a:chExt cx="24384000" cy="291074"/>
          </a:xfrm>
        </p:grpSpPr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9E176F74-146B-CAED-74C8-2E460FF4D826}"/>
                </a:ext>
              </a:extLst>
            </p:cNvPr>
            <p:cNvGrpSpPr/>
            <p:nvPr/>
          </p:nvGrpSpPr>
          <p:grpSpPr>
            <a:xfrm>
              <a:off x="0" y="0"/>
              <a:ext cx="3048000" cy="291074"/>
              <a:chOff x="0" y="0"/>
              <a:chExt cx="372945" cy="35615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6ADB1484-F25C-1AA5-812B-C969C50779CE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3B75C648-E952-4307-7547-E8CCA37AF19D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6B851446-52F3-86D6-082A-A090B0EE6616}"/>
                </a:ext>
              </a:extLst>
            </p:cNvPr>
            <p:cNvGrpSpPr/>
            <p:nvPr/>
          </p:nvGrpSpPr>
          <p:grpSpPr>
            <a:xfrm>
              <a:off x="3048000" y="0"/>
              <a:ext cx="3048000" cy="291074"/>
              <a:chOff x="0" y="0"/>
              <a:chExt cx="372945" cy="35615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3457E9E2-49FF-3E54-4DC9-462E56C89300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98661F2C-0DCA-8A8B-B617-EF9A00BFA9F1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01F42293-B057-E057-028F-4BA97B378A5D}"/>
                </a:ext>
              </a:extLst>
            </p:cNvPr>
            <p:cNvGrpSpPr/>
            <p:nvPr/>
          </p:nvGrpSpPr>
          <p:grpSpPr>
            <a:xfrm>
              <a:off x="6096000" y="0"/>
              <a:ext cx="3048000" cy="291074"/>
              <a:chOff x="0" y="0"/>
              <a:chExt cx="372945" cy="35615"/>
            </a:xfrm>
          </p:grpSpPr>
          <p:sp>
            <p:nvSpPr>
              <p:cNvPr id="41" name="Freeform 41">
                <a:extLst>
                  <a:ext uri="{FF2B5EF4-FFF2-40B4-BE49-F238E27FC236}">
                    <a16:creationId xmlns:a16="http://schemas.microsoft.com/office/drawing/2014/main" id="{2AB5D209-90FC-4090-19AA-D5DB830BBD48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8B0E714B-47A3-5C0C-00E6-55C0ADC8C558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8F142776-D879-F175-67AB-41CCAD7EC446}"/>
                </a:ext>
              </a:extLst>
            </p:cNvPr>
            <p:cNvGrpSpPr/>
            <p:nvPr/>
          </p:nvGrpSpPr>
          <p:grpSpPr>
            <a:xfrm>
              <a:off x="9144000" y="0"/>
              <a:ext cx="3048000" cy="291074"/>
              <a:chOff x="0" y="0"/>
              <a:chExt cx="372945" cy="35615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C79CA20C-0A27-BA6C-F01D-ADE581D30E1B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>
                <a:extLst>
                  <a:ext uri="{FF2B5EF4-FFF2-40B4-BE49-F238E27FC236}">
                    <a16:creationId xmlns:a16="http://schemas.microsoft.com/office/drawing/2014/main" id="{C2FB369F-ACE8-DD50-8A2D-172D783F82B0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0EE0856A-463B-C7C2-C322-D5C27FEBD9A9}"/>
                </a:ext>
              </a:extLst>
            </p:cNvPr>
            <p:cNvGrpSpPr/>
            <p:nvPr/>
          </p:nvGrpSpPr>
          <p:grpSpPr>
            <a:xfrm>
              <a:off x="12192000" y="0"/>
              <a:ext cx="3048000" cy="291074"/>
              <a:chOff x="0" y="0"/>
              <a:chExt cx="372945" cy="35615"/>
            </a:xfrm>
          </p:grpSpPr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65AFF8A9-59CD-62D9-C0DD-0A1056351977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8">
                <a:extLst>
                  <a:ext uri="{FF2B5EF4-FFF2-40B4-BE49-F238E27FC236}">
                    <a16:creationId xmlns:a16="http://schemas.microsoft.com/office/drawing/2014/main" id="{F8E39717-0396-CA4F-FD11-DDA30D2ABA65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2DB6E4F4-DB4A-D7C3-3D2D-37DCEB907048}"/>
                </a:ext>
              </a:extLst>
            </p:cNvPr>
            <p:cNvGrpSpPr/>
            <p:nvPr/>
          </p:nvGrpSpPr>
          <p:grpSpPr>
            <a:xfrm>
              <a:off x="15240000" y="0"/>
              <a:ext cx="3048000" cy="291074"/>
              <a:chOff x="0" y="0"/>
              <a:chExt cx="372945" cy="35615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5ED11496-C7DC-CFEF-9A6C-28CCB1E9EF33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id="{369C1B35-6998-788B-0F56-24FA081BB0FB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3531C123-6E49-F5B7-166E-959BFCC9A3CB}"/>
                </a:ext>
              </a:extLst>
            </p:cNvPr>
            <p:cNvGrpSpPr/>
            <p:nvPr/>
          </p:nvGrpSpPr>
          <p:grpSpPr>
            <a:xfrm>
              <a:off x="18288000" y="0"/>
              <a:ext cx="3048000" cy="291074"/>
              <a:chOff x="0" y="0"/>
              <a:chExt cx="372945" cy="35615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B871A773-5F05-07A1-7FB8-40035C37C3AD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id="{49A574C7-6BF0-18A5-20BE-1A4F2C78D6C1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id="{20E46408-6034-8803-C0B8-5399F71548C0}"/>
                </a:ext>
              </a:extLst>
            </p:cNvPr>
            <p:cNvGrpSpPr/>
            <p:nvPr/>
          </p:nvGrpSpPr>
          <p:grpSpPr>
            <a:xfrm>
              <a:off x="21336000" y="0"/>
              <a:ext cx="3048000" cy="291074"/>
              <a:chOff x="0" y="0"/>
              <a:chExt cx="372945" cy="35615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B84D19F8-F294-6598-65C9-9065A913B63B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id="{1EBDC8C5-99C5-39E8-DB1C-271E8B067020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8044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005C-9CB2-3B97-7EE9-187C6423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2EF49A7-0E97-A8AC-A601-2C6F0FAD3A3A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02176CD-FE08-B32E-3DCB-89A794147A14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Modelos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de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Temperatura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do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Módulo</a:t>
            </a:r>
            <a:endParaRPr lang="en-US" sz="5400" b="1" dirty="0">
              <a:solidFill>
                <a:srgbClr val="233C6D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50C45FF-0CD0-5B64-F6AA-10188AE3C427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D2A19DE-1E7A-A2F0-CB13-22C4C31AD775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F540DDF-0815-3EDA-0E0F-365D154B1543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9EABD4F-4E3E-6C12-2EAE-805672487006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AEB424D-73C8-C9EF-30D2-A973D43B8441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8708E252-2EC4-E3CB-D998-ED766D59B3C3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0C1A2E6F-2FB1-DFF3-2D2F-386FC45220F6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725BAADE-9814-3E44-909E-C3204E4C163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73728DEF-2165-C33E-6F4E-DD3DD8233ECE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6F5E7CC3-0FEE-7915-A4BD-952328EA0EC7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6C49EF8D-C20E-E531-6557-54A4153107C5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1E8C829-9986-CE23-E370-C8F23BEABF8B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5B2CA3A1-2C12-03B3-1CD5-62AB9CE30C73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59CC012E-81CF-E45D-6E5A-4C1FF43274A0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C8E1AF5E-50AD-3DE7-D60A-7A39657FBB6E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C086BF96-29DB-3A4D-7693-2CDA380909B0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E51332D5-4302-8563-0383-7D44C7BCF36F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A0CBFC2D-9252-6B7B-6DE2-F261745DA969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60E624C-0E69-1882-755A-B1C0A94336A6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D9758512-1F27-B4EC-0C11-81036AE0D0FC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C7E5DF8-60A7-6207-E40F-1CAA02CDDC1F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sp>
        <p:nvSpPr>
          <p:cNvPr id="5" name="CaixaDeTexto 8">
            <a:extLst>
              <a:ext uri="{FF2B5EF4-FFF2-40B4-BE49-F238E27FC236}">
                <a16:creationId xmlns:a16="http://schemas.microsoft.com/office/drawing/2014/main" id="{CA269570-7E52-B734-0862-C50C25A64093}"/>
              </a:ext>
            </a:extLst>
          </p:cNvPr>
          <p:cNvSpPr txBox="1"/>
          <p:nvPr/>
        </p:nvSpPr>
        <p:spPr>
          <a:xfrm>
            <a:off x="1680903" y="2203679"/>
            <a:ext cx="728382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2">
                    <a:lumMod val="50000"/>
                  </a:schemeClr>
                </a:solidFill>
              </a:rPr>
              <a:t>Alguns modelos acessíveis no </a:t>
            </a:r>
            <a:r>
              <a:rPr lang="pt-BR" sz="3600" dirty="0" err="1">
                <a:solidFill>
                  <a:schemeClr val="bg2">
                    <a:lumMod val="50000"/>
                  </a:schemeClr>
                </a:solidFill>
              </a:rPr>
              <a:t>pvlib</a:t>
            </a:r>
            <a:r>
              <a:rPr lang="pt-BR" sz="3600" dirty="0">
                <a:solidFill>
                  <a:schemeClr val="bg2">
                    <a:lumMod val="50000"/>
                  </a:schemeClr>
                </a:solidFill>
              </a:rPr>
              <a:t> Python</a:t>
            </a:r>
          </a:p>
          <a:p>
            <a:endParaRPr lang="pt-BR" sz="36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chemeClr val="bg2">
                    <a:lumMod val="50000"/>
                  </a:schemeClr>
                </a:solidFill>
              </a:rPr>
              <a:t>PVsyst</a:t>
            </a:r>
            <a:endParaRPr lang="pt-BR" sz="36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chemeClr val="bg2">
                    <a:lumMod val="50000"/>
                  </a:schemeClr>
                </a:solidFill>
              </a:rPr>
              <a:t>Faiman</a:t>
            </a:r>
            <a:endParaRPr lang="pt-BR" sz="36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2">
                    <a:lumMod val="50000"/>
                  </a:schemeClr>
                </a:solidFill>
              </a:rPr>
              <a:t>Sandia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2">
                    <a:lumMod val="50000"/>
                  </a:schemeClr>
                </a:solidFill>
              </a:rPr>
              <a:t>Ross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2">
                    <a:lumMod val="50000"/>
                  </a:schemeClr>
                </a:solidFill>
              </a:rPr>
              <a:t>Fuentes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2">
                    <a:lumMod val="50000"/>
                  </a:schemeClr>
                </a:solidFill>
              </a:rPr>
              <a:t>NOCT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266305CD-014F-83D9-492F-A8EF7937B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3959" y="2327592"/>
            <a:ext cx="5818541" cy="4830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333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64484-13C3-868B-AF9F-4E6BDF702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38DB67-DD78-6980-EF3E-8F1B1E094017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BD9E27D-C8DB-9317-52CA-AE6E1440784C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Single Diode Model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3D31DF3-8276-24D7-7A95-B82BB010E37A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9235270-0B9F-B613-A4CA-AF5BC12F2880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E196C25-4033-C9C3-00A3-5235BE4BD981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12D3CE2-4D66-D5E3-E174-40DF3DF9D3A9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90FF0D4-F988-E6C6-6F18-2D45B0BD3DC7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4FC08DD0-A87D-9DEB-5788-83A13893B33C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31B21932-75C2-DEDE-21AE-814AE54B1DC6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44321345-38CD-55B2-C694-36BF2ED142BD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7706DEC7-BFA5-6AA9-07D3-938F3CB9E5FB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97EC16C2-708C-C23F-C025-8E857F2D848E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2E7D02BB-DEF4-B818-EACA-DDDF62747C7A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70F583B-9994-6343-1E37-8EC4C078C6D0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B8CA1E69-1132-C6B3-69BA-7D837E1F5AE2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2025E409-84EB-6E04-85F5-5DCD893C3B38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BE13595-0FAD-576E-627B-6660466C6047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3E7A78D9-214E-74EF-A5C3-BB50649394AE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BE700521-E3AD-50DC-A513-42A96B1F5985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368FA20C-8A60-F56D-BF77-8293820249E1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517DE3EE-E3A5-A3C4-E69E-E6683AC00D7D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3F4D38FD-618E-0050-F3ED-A376B04F0185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3A6F6D73-E5F6-7A9F-F834-96E25DFCE987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81471686-3E45-DCDD-A64A-BB2BA46A60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8592" y="1594599"/>
            <a:ext cx="10493620" cy="4610061"/>
          </a:xfrm>
          <a:prstGeom prst="rect">
            <a:avLst/>
          </a:prstGeom>
        </p:spPr>
      </p:pic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0025349-6336-11F6-BA47-39F3CE7CAF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6727" y="6657434"/>
            <a:ext cx="7337350" cy="129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114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611CD-FC0D-D2C6-47AE-964887ADB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5ABA8AC-24BD-4AF3-C88B-059262824FD2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706E306-097C-1643-C6BA-443E11E1DA1A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Curva IV do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Módulo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Fotovoltaico</a:t>
            </a:r>
            <a:endParaRPr lang="en-US" sz="5400" b="1" dirty="0">
              <a:solidFill>
                <a:srgbClr val="233C6D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97C061B-F0D7-A34A-5C12-4E30976177EB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360C328-51D6-400E-3972-1C51C8C2C320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F22FB12B-CC09-B845-1C48-00352F6DEB5F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924F10AB-565E-F569-1DBC-537DD7499911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DD071BA-9A5C-A810-B525-6E6B89655F6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E81E70C5-0BBD-F3E4-A1A4-51C458E84081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45C9F6E0-C84F-3717-3F3E-B3D63B1A896F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CBD1FB05-1997-6024-91AD-869A5AFC3885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C1329030-30CD-A424-549A-0C405D7E7276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E550935A-6245-2F95-4761-14553A79B7BC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3CE6E3A6-393E-27FA-0B95-66E161E4FFCE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4CDEF2C4-6007-EEDA-6EAF-C3914338BA79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0EAE486E-9618-FBE9-3380-EB59CB7680B5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DB40D9B-FF8C-8299-FDA0-1880811F1069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7B962D54-BEA1-725A-39C5-A0343E5543A3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13E1EF87-8849-AE33-87E6-78CE6D227EB3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3B933B7F-EACA-87BD-6DB4-0A2961D49314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353190E2-BDB4-B2B2-0D34-9FAF0DADFACB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898D006-A1B4-6CDB-FBD7-A5CA97E3ECF2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31A30083-6762-3146-209A-820F07CBC274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1DB47BB-7310-DB3F-FC34-D8195326A65F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3A84DA8C-4CC7-1F95-7434-975677A5BB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7854" y="1500808"/>
            <a:ext cx="7053746" cy="2452721"/>
          </a:xfrm>
          <a:prstGeom prst="rect">
            <a:avLst/>
          </a:prstGeom>
        </p:spPr>
      </p:pic>
      <p:pic>
        <p:nvPicPr>
          <p:cNvPr id="9" name="Picture 8" descr="A diagram of a current source&#10;&#10;AI-generated content may be incorrect.">
            <a:extLst>
              <a:ext uri="{FF2B5EF4-FFF2-40B4-BE49-F238E27FC236}">
                <a16:creationId xmlns:a16="http://schemas.microsoft.com/office/drawing/2014/main" id="{98FF2DE5-DDE5-4C99-2327-D007913720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9400" y="4221443"/>
            <a:ext cx="4994631" cy="4320251"/>
          </a:xfrm>
          <a:prstGeom prst="rect">
            <a:avLst/>
          </a:prstGeom>
        </p:spPr>
      </p:pic>
      <p:pic>
        <p:nvPicPr>
          <p:cNvPr id="32" name="Picture 31" descr="A diagram of a voltage&#10;&#10;AI-generated content may be incorrect.">
            <a:extLst>
              <a:ext uri="{FF2B5EF4-FFF2-40B4-BE49-F238E27FC236}">
                <a16:creationId xmlns:a16="http://schemas.microsoft.com/office/drawing/2014/main" id="{C189E1FF-DF31-D353-73F9-63D16B6B7E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1008" y="4074328"/>
            <a:ext cx="6167359" cy="444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85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8DC3-86C9-7B18-20CF-52DF7602C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237FE9-28B7-59AD-D86D-269F84BA97C9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0F2A302-FC18-DB01-2F26-07288D0A94C2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Comportamento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da Curva IV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1E52347-304B-1B20-9ED2-2D797636E73D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9E78C25-82DC-28FA-DEF7-D32DB3E9B0DA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9BDBC91-B9C2-44DB-BAD3-0619597B7540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4C78607-5441-8E09-C2E8-107F673CBC21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3D52B5F-AF6E-77EF-39BF-EDC0845B7BD3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F55A71F2-7BCB-D655-F7ED-0219C55375C1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47D18732-C9CD-4D3A-5810-7F7510CDD708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7BD98F11-690D-5191-1971-247894A2BA9C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478ABA09-CB0E-2DA5-D738-97C82FC77ABB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25412FCD-1034-C7A0-477C-F38A364D2E01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3DABDEBA-98F4-E531-1846-948D1F906B04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C132DA3-395C-BCA2-7AC2-5EE969250EAF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9C44A4C6-3A14-1D42-9AFE-EF60A5E94176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A5615807-AFA5-8176-5614-F0A798170640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331EC529-F742-AB24-CA1F-AAE0E5004888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1CBDC287-6F42-57EF-1B28-DED4DE3BD782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68CA40D1-81AC-C02D-1D16-529F7DEF4523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D87E35F1-2E0D-F60E-76E8-5A97B5D2DC06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69CD4C9D-03CC-4811-8581-176239246A99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889ABC05-6D48-1749-08EA-5A9DDB335086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D0B77B6F-E614-7565-3DDC-3A8CE75951B8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3878849-2DD4-69B1-2183-2C43F7F3C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4186" y="813945"/>
            <a:ext cx="6019800" cy="3605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CBB7DE90-98B2-2E35-2313-BDF5E0564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610" y="4419713"/>
            <a:ext cx="6204922" cy="3724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Seta: para a Direita 1">
            <a:extLst>
              <a:ext uri="{FF2B5EF4-FFF2-40B4-BE49-F238E27FC236}">
                <a16:creationId xmlns:a16="http://schemas.microsoft.com/office/drawing/2014/main" id="{0CABB09F-E4AB-A47A-6185-C962883A4D46}"/>
              </a:ext>
            </a:extLst>
          </p:cNvPr>
          <p:cNvSpPr/>
          <p:nvPr/>
        </p:nvSpPr>
        <p:spPr>
          <a:xfrm rot="16200000">
            <a:off x="13662357" y="2735841"/>
            <a:ext cx="1563452" cy="9392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Seta: para a Esquerda 3">
            <a:extLst>
              <a:ext uri="{FF2B5EF4-FFF2-40B4-BE49-F238E27FC236}">
                <a16:creationId xmlns:a16="http://schemas.microsoft.com/office/drawing/2014/main" id="{85E468F7-F781-1704-91EF-0AE53A44EBF3}"/>
              </a:ext>
            </a:extLst>
          </p:cNvPr>
          <p:cNvSpPr/>
          <p:nvPr/>
        </p:nvSpPr>
        <p:spPr>
          <a:xfrm>
            <a:off x="10336197" y="6311149"/>
            <a:ext cx="1684427" cy="108102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Aumento de Temperatura</a:t>
            </a:r>
          </a:p>
        </p:txBody>
      </p:sp>
      <p:pic>
        <p:nvPicPr>
          <p:cNvPr id="37" name="Picture 6">
            <a:extLst>
              <a:ext uri="{FF2B5EF4-FFF2-40B4-BE49-F238E27FC236}">
                <a16:creationId xmlns:a16="http://schemas.microsoft.com/office/drawing/2014/main" id="{294A6A5F-D565-73FB-779A-DC8F9E58D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219" y="3278322"/>
            <a:ext cx="5978511" cy="4325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Seta: para a Direita 7">
            <a:extLst>
              <a:ext uri="{FF2B5EF4-FFF2-40B4-BE49-F238E27FC236}">
                <a16:creationId xmlns:a16="http://schemas.microsoft.com/office/drawing/2014/main" id="{F61D73D1-5E4B-DC72-32A5-9AA32C3211E2}"/>
              </a:ext>
            </a:extLst>
          </p:cNvPr>
          <p:cNvSpPr/>
          <p:nvPr/>
        </p:nvSpPr>
        <p:spPr>
          <a:xfrm rot="19643276">
            <a:off x="7938918" y="4075184"/>
            <a:ext cx="992482" cy="5834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Seta: para a Direita 8">
            <a:extLst>
              <a:ext uri="{FF2B5EF4-FFF2-40B4-BE49-F238E27FC236}">
                <a16:creationId xmlns:a16="http://schemas.microsoft.com/office/drawing/2014/main" id="{BAD80149-6F17-8F29-AC08-0BA076E6ECCA}"/>
              </a:ext>
            </a:extLst>
          </p:cNvPr>
          <p:cNvSpPr/>
          <p:nvPr/>
        </p:nvSpPr>
        <p:spPr>
          <a:xfrm rot="1761464">
            <a:off x="7760289" y="5878138"/>
            <a:ext cx="1332085" cy="5595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177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E8FB0-B7F9-1F23-213A-17FF59941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C7CB45-9AE0-CC23-EEF3-F9E607648236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854FEDE-3A99-E51F-2229-3D07A3C069C9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Extração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de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Parâmetros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Elétricos</a:t>
            </a:r>
            <a:endParaRPr lang="en-US" sz="5400" b="1" dirty="0">
              <a:solidFill>
                <a:srgbClr val="233C6D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949F058-58FA-E63D-1431-F57FA2029C74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E7F64E9-29C4-2CAA-9373-ECFB49481136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EEA6CE7-610F-4D1F-454D-54D6A4A3BDCA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B834FF2-6008-B562-98BB-4CFECD490EBC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4CE2498-614A-D012-368D-336B6F60BEB9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B07F823B-C533-7B19-45E1-178A2856703D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35846F12-CAB7-AE94-4E3F-140FDFC21093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22DC99BF-ACDA-76D3-4D5A-247993296343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FC3174AB-DFE0-D9EE-9A92-FB2C18A20314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7A4009E0-DF30-1B0E-47C3-D6D6B48AA568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46B80C35-D219-04A1-BCED-B69D14B12762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39925F8-73D9-218C-6A7D-2656725FFF81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9D3E55A4-DD08-44B4-6ABC-9B8FC87F5F93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22AF25E-FEA1-B646-2913-A568E51E4301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3C702D-6515-420D-B4A8-B5F8A2A9ABB0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051913FF-AB85-AB5C-2988-4BF3766F31D2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5703DC28-F8B3-6ABF-3C73-DB57EA14665B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AB68DB92-10E2-DF62-7746-261B7A56A7D2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A57621F5-1510-C6A3-A7F0-61CF3D429EA6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7737742E-BA26-1845-6E22-4BF23FBB6479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D5A9C6D-3690-8E5B-2AFC-65DE4B7BDED0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pic>
        <p:nvPicPr>
          <p:cNvPr id="6" name="Picture 2">
            <a:extLst>
              <a:ext uri="{FF2B5EF4-FFF2-40B4-BE49-F238E27FC236}">
                <a16:creationId xmlns:a16="http://schemas.microsoft.com/office/drawing/2014/main" id="{D1E62103-0E14-522D-C207-011A86A8C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476500"/>
            <a:ext cx="15294634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5311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A2907-10DB-25EE-EB66-A4FBABB71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BED8C3-782C-8FEC-8BB8-17078000A0E8}"/>
              </a:ext>
            </a:extLst>
          </p:cNvPr>
          <p:cNvSpPr/>
          <p:nvPr/>
        </p:nvSpPr>
        <p:spPr>
          <a:xfrm rot="-5400000" flipH="1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0" y="18288000"/>
                </a:ln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56" r="-906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25D430F-D2D1-8563-AD2B-76A871B8DA30}"/>
              </a:ext>
            </a:extLst>
          </p:cNvPr>
          <p:cNvSpPr/>
          <p:nvPr/>
        </p:nvSpPr>
        <p:spPr>
          <a:xfrm>
            <a:off x="0" y="2930085"/>
            <a:ext cx="18317499" cy="3490751"/>
          </a:xfrm>
          <a:custGeom>
            <a:avLst/>
            <a:gdLst/>
            <a:ahLst/>
            <a:cxnLst/>
            <a:rect l="l" t="t" r="r" b="b"/>
            <a:pathLst>
              <a:path w="18317499" h="3490751">
                <a:moveTo>
                  <a:pt x="0" y="0"/>
                </a:moveTo>
                <a:lnTo>
                  <a:pt x="18317499" y="0"/>
                </a:lnTo>
                <a:lnTo>
                  <a:pt x="18317499" y="3490751"/>
                </a:lnTo>
                <a:lnTo>
                  <a:pt x="0" y="3490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529D53-6973-C9CB-96A2-717C85C4EB45}"/>
              </a:ext>
            </a:extLst>
          </p:cNvPr>
          <p:cNvSpPr txBox="1"/>
          <p:nvPr/>
        </p:nvSpPr>
        <p:spPr>
          <a:xfrm>
            <a:off x="609599" y="4281858"/>
            <a:ext cx="17068799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pt-BR" sz="5400" b="1" spc="642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Perdas do Sistema e KPIs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FDE27810-824C-9470-CEFE-17FF4B8F84B9}"/>
              </a:ext>
            </a:extLst>
          </p:cNvPr>
          <p:cNvGrpSpPr/>
          <p:nvPr/>
        </p:nvGrpSpPr>
        <p:grpSpPr>
          <a:xfrm>
            <a:off x="1028700" y="467376"/>
            <a:ext cx="4152900" cy="1161941"/>
            <a:chOff x="0" y="-66675"/>
            <a:chExt cx="5537199" cy="1549255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B6A58F4-8474-28A6-5B1D-9275367F55FF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14ED0C8-A44C-FA17-EEDC-174257E85DAB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A0CB6A7-4E33-4D21-5FFC-D47FB542E465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5E43F07-6A7B-FCBC-BEB4-E74385DACF25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2907518-DA67-4DD6-F128-AF7F6068EB14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35D7240D-6377-3181-CC9D-F8D5316B07F8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2403428F-7FAA-5431-026C-E52363E4C373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3D84FC76-AA30-EDD5-FA52-D65BEDC85962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D4875851-A533-EF53-7868-A871305A01D3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D39E30C-E8EE-42A6-6148-FE4A66112F56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978DF09A-7F96-9F59-B901-B2756C0AA3CE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0CEF330-E9E7-8D2E-2335-E0C0735AA5FB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E12400A-264E-7CE9-92EC-518C65A9A93A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DAFE5071-0D67-9CAF-8706-557B04D0F3E4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EA5BC01D-570C-71F7-EF4F-11FF8BD8A996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CA610C07-2B71-2A10-AFDE-5EF36FE0D0E2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189B1E3B-F6B5-80B3-6961-B28067B3A065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F64A2A29-91A9-A975-2F9F-A45CD8B8EC79}"/>
                </a:ext>
              </a:extLst>
            </p:cNvPr>
            <p:cNvSpPr txBox="1"/>
            <p:nvPr/>
          </p:nvSpPr>
          <p:spPr>
            <a:xfrm>
              <a:off x="2480589" y="-66675"/>
              <a:ext cx="3056610" cy="7180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64356BB-3467-CA0F-6C80-0A847259EC84}"/>
                </a:ext>
              </a:extLst>
            </p:cNvPr>
            <p:cNvSpPr txBox="1"/>
            <p:nvPr/>
          </p:nvSpPr>
          <p:spPr>
            <a:xfrm>
              <a:off x="2480589" y="559677"/>
              <a:ext cx="3056610" cy="9229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1AAE78BA-1513-414F-39C9-99B058410F63}"/>
              </a:ext>
            </a:extLst>
          </p:cNvPr>
          <p:cNvGrpSpPr/>
          <p:nvPr/>
        </p:nvGrpSpPr>
        <p:grpSpPr>
          <a:xfrm>
            <a:off x="13472500" y="517382"/>
            <a:ext cx="3961967" cy="1022636"/>
            <a:chOff x="0" y="0"/>
            <a:chExt cx="5282622" cy="1363515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C825717-2D1E-0416-3DDA-F3EBD1427CC1}"/>
                </a:ext>
              </a:extLst>
            </p:cNvPr>
            <p:cNvSpPr/>
            <p:nvPr/>
          </p:nvSpPr>
          <p:spPr>
            <a:xfrm>
              <a:off x="3816366" y="0"/>
              <a:ext cx="1466256" cy="1363515"/>
            </a:xfrm>
            <a:custGeom>
              <a:avLst/>
              <a:gdLst/>
              <a:ahLst/>
              <a:cxnLst/>
              <a:rect l="l" t="t" r="r" b="b"/>
              <a:pathLst>
                <a:path w="1466256" h="1363515">
                  <a:moveTo>
                    <a:pt x="0" y="0"/>
                  </a:moveTo>
                  <a:lnTo>
                    <a:pt x="1466256" y="0"/>
                  </a:lnTo>
                  <a:lnTo>
                    <a:pt x="1466256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0593" t="-36322" r="-337402" b="-40583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80DAF1E7-CA47-D8AA-D554-DD4757AD10AB}"/>
                </a:ext>
              </a:extLst>
            </p:cNvPr>
            <p:cNvSpPr/>
            <p:nvPr/>
          </p:nvSpPr>
          <p:spPr>
            <a:xfrm>
              <a:off x="2526954" y="0"/>
              <a:ext cx="1209785" cy="1363515"/>
            </a:xfrm>
            <a:custGeom>
              <a:avLst/>
              <a:gdLst/>
              <a:ahLst/>
              <a:cxnLst/>
              <a:rect l="l" t="t" r="r" b="b"/>
              <a:pathLst>
                <a:path w="1209785" h="1363515">
                  <a:moveTo>
                    <a:pt x="0" y="0"/>
                  </a:moveTo>
                  <a:lnTo>
                    <a:pt x="1209785" y="0"/>
                  </a:lnTo>
                  <a:lnTo>
                    <a:pt x="1209785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D27BC663-36D5-88DD-2053-28E561BC8C01}"/>
                </a:ext>
              </a:extLst>
            </p:cNvPr>
            <p:cNvSpPr/>
            <p:nvPr/>
          </p:nvSpPr>
          <p:spPr>
            <a:xfrm>
              <a:off x="1318590" y="0"/>
              <a:ext cx="1035931" cy="1363515"/>
            </a:xfrm>
            <a:custGeom>
              <a:avLst/>
              <a:gdLst/>
              <a:ahLst/>
              <a:cxnLst/>
              <a:rect l="l" t="t" r="r" b="b"/>
              <a:pathLst>
                <a:path w="1035931" h="1363515">
                  <a:moveTo>
                    <a:pt x="0" y="0"/>
                  </a:moveTo>
                  <a:lnTo>
                    <a:pt x="1035931" y="0"/>
                  </a:lnTo>
                  <a:lnTo>
                    <a:pt x="1035931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C319FB61-6B38-542C-7876-3F19956CDF9F}"/>
                </a:ext>
              </a:extLst>
            </p:cNvPr>
            <p:cNvSpPr/>
            <p:nvPr/>
          </p:nvSpPr>
          <p:spPr>
            <a:xfrm>
              <a:off x="0" y="107502"/>
              <a:ext cx="1318590" cy="1256013"/>
            </a:xfrm>
            <a:custGeom>
              <a:avLst/>
              <a:gdLst/>
              <a:ahLst/>
              <a:cxnLst/>
              <a:rect l="l" t="t" r="r" b="b"/>
              <a:pathLst>
                <a:path w="1318590" h="1256013">
                  <a:moveTo>
                    <a:pt x="0" y="0"/>
                  </a:moveTo>
                  <a:lnTo>
                    <a:pt x="1318590" y="0"/>
                  </a:lnTo>
                  <a:lnTo>
                    <a:pt x="1318590" y="1256013"/>
                  </a:lnTo>
                  <a:lnTo>
                    <a:pt x="0" y="12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7051" t="-52359" r="-231893" b="-537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ABB67992-D5E9-5A8B-065D-5C0AE17D85B4}"/>
              </a:ext>
            </a:extLst>
          </p:cNvPr>
          <p:cNvGrpSpPr/>
          <p:nvPr/>
        </p:nvGrpSpPr>
        <p:grpSpPr>
          <a:xfrm>
            <a:off x="0" y="0"/>
            <a:ext cx="18288000" cy="218306"/>
            <a:chOff x="0" y="0"/>
            <a:chExt cx="24384000" cy="291074"/>
          </a:xfrm>
        </p:grpSpPr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9ECB690B-9ACF-5266-5647-F31DA0D8B54F}"/>
                </a:ext>
              </a:extLst>
            </p:cNvPr>
            <p:cNvGrpSpPr/>
            <p:nvPr/>
          </p:nvGrpSpPr>
          <p:grpSpPr>
            <a:xfrm>
              <a:off x="0" y="0"/>
              <a:ext cx="3048000" cy="291074"/>
              <a:chOff x="0" y="0"/>
              <a:chExt cx="372945" cy="35615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AF9E7588-6FE2-C9CC-CEC5-439C349B72D7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94BEC128-4562-9426-10C6-3BC5FC82A045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23B10854-4D86-14E8-E1F2-E97FD02B8107}"/>
                </a:ext>
              </a:extLst>
            </p:cNvPr>
            <p:cNvGrpSpPr/>
            <p:nvPr/>
          </p:nvGrpSpPr>
          <p:grpSpPr>
            <a:xfrm>
              <a:off x="3048000" y="0"/>
              <a:ext cx="3048000" cy="291074"/>
              <a:chOff x="0" y="0"/>
              <a:chExt cx="372945" cy="35615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96BA1E3F-C248-8A57-20FB-6A3557484913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6346EA30-859C-CA8D-109E-A1F5D06D2C43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1F199A2E-357C-5F22-C8EB-23C411983884}"/>
                </a:ext>
              </a:extLst>
            </p:cNvPr>
            <p:cNvGrpSpPr/>
            <p:nvPr/>
          </p:nvGrpSpPr>
          <p:grpSpPr>
            <a:xfrm>
              <a:off x="6096000" y="0"/>
              <a:ext cx="3048000" cy="291074"/>
              <a:chOff x="0" y="0"/>
              <a:chExt cx="372945" cy="35615"/>
            </a:xfrm>
          </p:grpSpPr>
          <p:sp>
            <p:nvSpPr>
              <p:cNvPr id="41" name="Freeform 41">
                <a:extLst>
                  <a:ext uri="{FF2B5EF4-FFF2-40B4-BE49-F238E27FC236}">
                    <a16:creationId xmlns:a16="http://schemas.microsoft.com/office/drawing/2014/main" id="{9FE9BC4D-3C92-0D0F-4DDA-2E41A4ED7CBD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11B11BA5-B612-BFAC-0958-B9F2D4EE0A55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04E7EF82-92F2-42C7-F3D6-9892DC4B12A7}"/>
                </a:ext>
              </a:extLst>
            </p:cNvPr>
            <p:cNvGrpSpPr/>
            <p:nvPr/>
          </p:nvGrpSpPr>
          <p:grpSpPr>
            <a:xfrm>
              <a:off x="9144000" y="0"/>
              <a:ext cx="3048000" cy="291074"/>
              <a:chOff x="0" y="0"/>
              <a:chExt cx="372945" cy="35615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23E8A9CC-C0DB-10A8-0AF0-B8A31BC46A48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>
                <a:extLst>
                  <a:ext uri="{FF2B5EF4-FFF2-40B4-BE49-F238E27FC236}">
                    <a16:creationId xmlns:a16="http://schemas.microsoft.com/office/drawing/2014/main" id="{5A4419F6-B077-6850-7D3F-651ADF1E3530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C770EE62-38BD-57D7-C435-0054ABDBA7FA}"/>
                </a:ext>
              </a:extLst>
            </p:cNvPr>
            <p:cNvGrpSpPr/>
            <p:nvPr/>
          </p:nvGrpSpPr>
          <p:grpSpPr>
            <a:xfrm>
              <a:off x="12192000" y="0"/>
              <a:ext cx="3048000" cy="291074"/>
              <a:chOff x="0" y="0"/>
              <a:chExt cx="372945" cy="35615"/>
            </a:xfrm>
          </p:grpSpPr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E8140309-B6A5-8B64-2858-43123A9A7836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8">
                <a:extLst>
                  <a:ext uri="{FF2B5EF4-FFF2-40B4-BE49-F238E27FC236}">
                    <a16:creationId xmlns:a16="http://schemas.microsoft.com/office/drawing/2014/main" id="{34D755BB-B9AD-2099-672B-EF0A6B422A34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EB13266D-D22A-5530-5698-2A9849EE4EC6}"/>
                </a:ext>
              </a:extLst>
            </p:cNvPr>
            <p:cNvGrpSpPr/>
            <p:nvPr/>
          </p:nvGrpSpPr>
          <p:grpSpPr>
            <a:xfrm>
              <a:off x="15240000" y="0"/>
              <a:ext cx="3048000" cy="291074"/>
              <a:chOff x="0" y="0"/>
              <a:chExt cx="372945" cy="35615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40951C8C-E1CF-E68D-1978-4DFD3CD95A2A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id="{EC587A08-8583-B6DF-E577-5BEEB4C35298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0C4EB3A5-7818-1F82-65D5-E89D974F684C}"/>
                </a:ext>
              </a:extLst>
            </p:cNvPr>
            <p:cNvGrpSpPr/>
            <p:nvPr/>
          </p:nvGrpSpPr>
          <p:grpSpPr>
            <a:xfrm>
              <a:off x="18288000" y="0"/>
              <a:ext cx="3048000" cy="291074"/>
              <a:chOff x="0" y="0"/>
              <a:chExt cx="372945" cy="35615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91B5FA26-885B-79E2-457B-9B990F25096B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id="{1CAADDC5-AEDD-90D7-BAD4-1DD66BB3E03A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id="{CDCB5AA9-F341-8701-684C-A664D551A179}"/>
                </a:ext>
              </a:extLst>
            </p:cNvPr>
            <p:cNvGrpSpPr/>
            <p:nvPr/>
          </p:nvGrpSpPr>
          <p:grpSpPr>
            <a:xfrm>
              <a:off x="21336000" y="0"/>
              <a:ext cx="3048000" cy="291074"/>
              <a:chOff x="0" y="0"/>
              <a:chExt cx="372945" cy="35615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F6D75777-D8F1-2EDD-F8A9-CE83A08F09AE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id="{0C7074BD-979C-BF2A-722A-BD4399A27ED5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39882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0BEF6-7937-AD72-4D8E-9EC1048FF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7F3931-5F03-F85E-6162-CDF5FFEAA801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FE2E8B7-2F40-E862-F5D2-17B5AEE36C68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Perdas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Definidas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do Sistema FV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222FB41-F944-33E6-E9DB-BBA91A44288C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3FFA55F-6485-B776-F291-6B094EBC1892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F274CDB0-FCC9-B2F9-6C8F-E754C0A91B65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495491A-1DB5-CBBC-4A9A-626890513BB4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6D71E50E-31E5-508E-86D1-6A69DBC77DA4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DDD8EAB0-8106-AF0E-9D84-3C67BE5DDAF9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904C6AEF-CE6F-6391-B15A-D1D5BC1710D7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3F88AB61-9DCF-6945-D404-DF63EF40E967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AB24CAF1-16E8-0956-A7EB-08DBAB73C0A6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ED873ED6-4949-AD86-CABF-A36C497E6F80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80EBBFBA-CF42-C225-1E76-E68DB17699D8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190EC2BA-5C29-379A-9898-5A5639BC9DEF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15D7BA7A-682D-425A-F53B-20A64CA3C23F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17B8CC0-20C6-9CFE-E659-02BA84DAC018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9EB3E74-3B99-4AE5-B275-25EB7132ADC3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D0CE63A4-8F2D-AA32-0664-46783CC74D84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F175176C-8B43-DA99-1329-786A075A503A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0EF6B05A-EFBC-79A3-F443-AB7CA8EF44CA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9E6A26E-9277-6C05-5FCD-3784350AE86B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5120ABC4-A150-C7B1-298E-DBF4B72C641B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2799C4D-2D89-DB08-01D6-6E5A12970D95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8E159E-0CAB-2856-9129-9A071C96A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63798"/>
              </p:ext>
            </p:extLst>
          </p:nvPr>
        </p:nvGraphicFramePr>
        <p:xfrm>
          <a:off x="3438461" y="1889663"/>
          <a:ext cx="11411078" cy="5713313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6273118">
                  <a:extLst>
                    <a:ext uri="{9D8B030D-6E8A-4147-A177-3AD203B41FA5}">
                      <a16:colId xmlns:a16="http://schemas.microsoft.com/office/drawing/2014/main" val="1146264460"/>
                    </a:ext>
                  </a:extLst>
                </a:gridCol>
                <a:gridCol w="5137960">
                  <a:extLst>
                    <a:ext uri="{9D8B030D-6E8A-4147-A177-3AD203B41FA5}">
                      <a16:colId xmlns:a16="http://schemas.microsoft.com/office/drawing/2014/main" val="2767526654"/>
                    </a:ext>
                  </a:extLst>
                </a:gridCol>
              </a:tblGrid>
              <a:tr h="5172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600" dirty="0">
                          <a:effectLst/>
                        </a:rPr>
                        <a:t>Perdas do Sistema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600">
                          <a:effectLst/>
                        </a:rPr>
                        <a:t>Valores Padrão (%)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1760465"/>
                  </a:ext>
                </a:extLst>
              </a:tr>
              <a:tr h="5172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b="0" dirty="0">
                          <a:effectLst/>
                        </a:rPr>
                        <a:t>Mismatch</a:t>
                      </a:r>
                      <a:endParaRPr lang="pt-BR" sz="2000" b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400" b="1" dirty="0">
                          <a:effectLst/>
                        </a:rPr>
                        <a:t>2</a:t>
                      </a:r>
                      <a:endParaRPr lang="pt-BR" sz="24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0925553"/>
                  </a:ext>
                </a:extLst>
              </a:tr>
              <a:tr h="5172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b="0" dirty="0">
                          <a:effectLst/>
                        </a:rPr>
                        <a:t>Sombreamento</a:t>
                      </a:r>
                      <a:endParaRPr lang="pt-BR" sz="2000" b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400" b="1" dirty="0">
                          <a:effectLst/>
                        </a:rPr>
                        <a:t>3</a:t>
                      </a:r>
                      <a:endParaRPr lang="pt-BR" sz="24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9473631"/>
                  </a:ext>
                </a:extLst>
              </a:tr>
              <a:tr h="5172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b="0">
                          <a:effectLst/>
                        </a:rPr>
                        <a:t>Sujidade</a:t>
                      </a:r>
                      <a:endParaRPr lang="pt-BR" sz="2000" b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400" b="1" dirty="0">
                          <a:effectLst/>
                        </a:rPr>
                        <a:t>2</a:t>
                      </a:r>
                      <a:endParaRPr lang="pt-BR" sz="24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44689945"/>
                  </a:ext>
                </a:extLst>
              </a:tr>
              <a:tr h="5172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b="0" dirty="0">
                          <a:effectLst/>
                        </a:rPr>
                        <a:t>Perdas Ôhmicas por Cabeamento</a:t>
                      </a:r>
                      <a:endParaRPr lang="pt-BR" sz="2000" b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400" b="1" dirty="0">
                          <a:effectLst/>
                        </a:rPr>
                        <a:t>2</a:t>
                      </a:r>
                      <a:endParaRPr lang="pt-BR" sz="24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3179760"/>
                  </a:ext>
                </a:extLst>
              </a:tr>
              <a:tr h="5172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b="0" dirty="0">
                          <a:effectLst/>
                        </a:rPr>
                        <a:t>Conexões</a:t>
                      </a:r>
                      <a:endParaRPr lang="pt-BR" sz="2000" b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400" b="1">
                          <a:effectLst/>
                        </a:rPr>
                        <a:t>0.5</a:t>
                      </a:r>
                      <a:endParaRPr lang="pt-BR" sz="2400" b="1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6304089"/>
                  </a:ext>
                </a:extLst>
              </a:tr>
              <a:tr h="5172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b="0">
                          <a:effectLst/>
                        </a:rPr>
                        <a:t>Indisponibilidade</a:t>
                      </a:r>
                      <a:endParaRPr lang="pt-BR" sz="2000" b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400" b="1" dirty="0">
                          <a:effectLst/>
                        </a:rPr>
                        <a:t>3</a:t>
                      </a:r>
                      <a:endParaRPr lang="pt-BR" sz="24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84951081"/>
                  </a:ext>
                </a:extLst>
              </a:tr>
              <a:tr h="5172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b="0" dirty="0">
                          <a:effectLst/>
                        </a:rPr>
                        <a:t>LID (Primeiro ano de operação, apenas)</a:t>
                      </a:r>
                      <a:endParaRPr lang="pt-BR" sz="2000" b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400" b="1" dirty="0">
                          <a:effectLst/>
                        </a:rPr>
                        <a:t>1.5</a:t>
                      </a:r>
                      <a:endParaRPr lang="pt-BR" sz="24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31568532"/>
                  </a:ext>
                </a:extLst>
              </a:tr>
              <a:tr h="105837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b="0" dirty="0">
                          <a:effectLst/>
                        </a:rPr>
                        <a:t>Envelhecimento (De acordo com o Ano de Operação)</a:t>
                      </a:r>
                      <a:endParaRPr lang="pt-BR" sz="2000" b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400" b="1" dirty="0">
                          <a:effectLst/>
                        </a:rPr>
                        <a:t>0</a:t>
                      </a:r>
                      <a:endParaRPr lang="pt-BR" sz="24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88193450"/>
                  </a:ext>
                </a:extLst>
              </a:tr>
              <a:tr h="5172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b="0" dirty="0">
                          <a:effectLst/>
                        </a:rPr>
                        <a:t>Eficiência do Inversor</a:t>
                      </a:r>
                      <a:endParaRPr lang="pt-BR" sz="2000" b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400" b="1" dirty="0">
                          <a:effectLst/>
                        </a:rPr>
                        <a:t>2</a:t>
                      </a:r>
                      <a:endParaRPr lang="pt-BR" sz="24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1321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4907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82A30-E812-4033-DB23-4BB4BD943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7791B2-2076-2CDC-57E6-6D547AADFB9D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79ED6F8-4516-28C4-6BCE-CBEB5FCF68C7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Modelo do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Inversor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FV e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Perdas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por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Clipping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91E3F9F-2990-0113-5592-F8352E1EC7B8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5783E18-8A8D-08C9-235B-B4D93F59292F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E1729883-B821-E1F3-0FD9-020B022224EB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9A4F18A-4CDB-9B95-9A33-DD1B9EF35BE6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1659FE9-6396-F306-CEE8-E782227B88F4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A2B61FFD-4934-0FA6-9701-C02C28420DC3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2587A806-72D2-73EA-C2E9-6F339846A883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8B830C30-82C5-F22E-EC31-7C289377F1A9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3361AA27-CAC6-182D-BD9B-750D0A2829AF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766A85AF-5B78-224A-0D0E-0C14A6131943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B18F03B0-E874-E611-EDFA-40EFC6CDEE54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1EC4D36B-9783-B98D-5874-74D3439F0901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7CFFDCD9-7BBC-CC8A-C6F2-E86B8E322719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205437A-AC0E-77DF-6168-EA9F6DD778E5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659F0563-AD66-5A4A-2957-34BCA1EDC5BE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02C259A7-5DD5-78ED-BED2-D3A82ABE5841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879CDD59-81DE-2464-71D9-FCE60738F8D6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E07A29AA-6422-B583-0FC0-971E7C658E57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50BF27BA-3826-A867-74B8-FB1A49697F6F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00C8B4AE-42A1-1BFD-3924-AF5D0CA87E7C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66A549A7-14F1-C875-43F4-146CC0FB3AD0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pic>
        <p:nvPicPr>
          <p:cNvPr id="6" name="Picture 5" descr="A graph of a line&#10;&#10;AI-generated content may be incorrect.">
            <a:extLst>
              <a:ext uri="{FF2B5EF4-FFF2-40B4-BE49-F238E27FC236}">
                <a16:creationId xmlns:a16="http://schemas.microsoft.com/office/drawing/2014/main" id="{6E38DFC9-FFB2-EA59-60DA-9B0AC0AF76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292" y="3590849"/>
            <a:ext cx="14173415" cy="457518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5A1054E-6834-9B1C-EF76-7A4024129224}"/>
              </a:ext>
            </a:extLst>
          </p:cNvPr>
          <p:cNvSpPr txBox="1"/>
          <p:nvPr/>
        </p:nvSpPr>
        <p:spPr>
          <a:xfrm>
            <a:off x="533977" y="1673679"/>
            <a:ext cx="14554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2">
                    <a:lumMod val="50000"/>
                  </a:schemeClr>
                </a:solidFill>
              </a:rPr>
              <a:t>Aplicação da Eficiência do Inversor na Geração do Sistema Fotovoltaico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2">
                    <a:lumMod val="50000"/>
                  </a:schemeClr>
                </a:solidFill>
              </a:rPr>
              <a:t>Modelo do </a:t>
            </a:r>
            <a:r>
              <a:rPr lang="pt-BR" sz="3600" dirty="0" err="1">
                <a:solidFill>
                  <a:schemeClr val="bg2">
                    <a:lumMod val="50000"/>
                  </a:schemeClr>
                </a:solidFill>
              </a:rPr>
              <a:t>PVWatts</a:t>
            </a:r>
            <a:endParaRPr lang="pt-BR" sz="3600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2">
                    <a:lumMod val="50000"/>
                  </a:schemeClr>
                </a:solidFill>
              </a:rPr>
              <a:t>Clipping</a:t>
            </a:r>
          </a:p>
        </p:txBody>
      </p:sp>
    </p:spTree>
    <p:extLst>
      <p:ext uri="{BB962C8B-B14F-4D97-AF65-F5344CB8AC3E}">
        <p14:creationId xmlns:p14="http://schemas.microsoft.com/office/powerpoint/2010/main" val="1319090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4E0D6-7C42-7A39-2208-A5ADF0026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555066-16F3-264D-E00D-42B61FF5C9EE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A72A68C-6000-93CE-BA24-115D6C470DBE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Final Yield (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Yf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–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Produtividade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)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711561D-5F6E-75BF-CBC5-C6FE7F8C0AEA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DBE5549-B6E5-2984-96E9-A69E4DE9EA27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602E3C8-EEC8-10BC-1110-656D7FA9751D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4EC7DE9-4029-CFA6-9747-CAB8DE3E75D8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722007C-B66F-5575-84D7-E1B6A4CD5ED4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771C6925-3435-8567-A63A-AE1A4FABB1F2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84AC9221-541C-B49A-95BA-C46068BF1FDA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343A5C65-9803-5171-136D-A52FA0E656E8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2F08F6F7-4E7E-3823-7F57-D9160D50D35E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BA2AA7BF-1C5D-DD96-BA8F-71620B3A1F60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77C712E2-00E9-303D-4121-2D30D2EBE2CC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7F3B7AB-4876-7206-6F6F-12BB110C77FB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688D953A-81A4-965B-5857-1BCE66196519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29D42274-A82F-90EB-8EDB-41DCF8508738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89E9DE74-86D1-3561-7230-7F0ED1A1DE7F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0185752A-A1E0-48B1-625C-9948334C3813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43B1E630-2039-AC09-CF50-43D222BC8FC6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80FF9698-850A-58C0-4989-CD0308200CBB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51D4B412-8606-2D58-0401-A10F091552DD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DF7DD88F-6794-72D0-900D-4AC250E13CFA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0BEA3FF0-3CD3-75C3-0464-6DDC867B5B4C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E08B09-8A2B-CD79-D741-49F9548D4520}"/>
                  </a:ext>
                </a:extLst>
              </p:cNvPr>
              <p:cNvSpPr txBox="1"/>
              <p:nvPr/>
            </p:nvSpPr>
            <p:spPr>
              <a:xfrm>
                <a:off x="6648043" y="3698892"/>
                <a:ext cx="4633368" cy="122360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PT" sz="3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PT" sz="3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pt-PT" sz="3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pt-PT" sz="36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=  </m:t>
                      </m:r>
                      <m:f>
                        <m:fPr>
                          <m:ctrlPr>
                            <a:rPr lang="pt-PT" sz="3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sz="36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pt-PT" sz="36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Arial" panose="020B0604020202020204" pitchFamily="34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pt-PT" sz="36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Arial" panose="020B0604020202020204" pitchFamily="34" charset="0"/>
                                </a:rPr>
                                <m:t>𝑎𝑐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sz="36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pt-PT" sz="36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pt-PT" sz="3600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pt-PT" sz="36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pt-BR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E08B09-8A2B-CD79-D741-49F9548D4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043" y="3698892"/>
                <a:ext cx="4633368" cy="12236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EC573BC-61BA-0FF7-0CCB-4BF64F3C47AE}"/>
              </a:ext>
            </a:extLst>
          </p:cNvPr>
          <p:cNvSpPr txBox="1"/>
          <p:nvPr/>
        </p:nvSpPr>
        <p:spPr>
          <a:xfrm>
            <a:off x="609600" y="5851760"/>
            <a:ext cx="126202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 err="1"/>
              <a:t>E</a:t>
            </a:r>
            <a:r>
              <a:rPr lang="pt-BR" sz="3200" baseline="-25000" dirty="0" err="1"/>
              <a:t>ac</a:t>
            </a:r>
            <a:r>
              <a:rPr lang="pt-BR" sz="3200" dirty="0"/>
              <a:t> -&gt; Potência da Saída do Inversor </a:t>
            </a:r>
          </a:p>
          <a:p>
            <a:pPr algn="just"/>
            <a:r>
              <a:rPr lang="pt-BR" sz="3200" dirty="0"/>
              <a:t>P</a:t>
            </a:r>
            <a:r>
              <a:rPr lang="pt-BR" sz="3200" baseline="-25000" dirty="0"/>
              <a:t>0</a:t>
            </a:r>
            <a:r>
              <a:rPr lang="pt-BR" sz="3200" dirty="0"/>
              <a:t> -&gt; Capacidade do Sistema FV (Número de Módulos * </a:t>
            </a:r>
            <a:r>
              <a:rPr lang="pt-BR" sz="3200" dirty="0" err="1"/>
              <a:t>P</a:t>
            </a:r>
            <a:r>
              <a:rPr lang="pt-BR" sz="3200" baseline="-25000" dirty="0" err="1"/>
              <a:t>mp</a:t>
            </a:r>
            <a:r>
              <a:rPr lang="pt-BR" sz="3200" dirty="0"/>
              <a:t> do módulo)</a:t>
            </a:r>
            <a:endParaRPr lang="pt-BR" sz="2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F0249D-420D-D7C0-C065-500E457900E5}"/>
              </a:ext>
            </a:extLst>
          </p:cNvPr>
          <p:cNvSpPr txBox="1"/>
          <p:nvPr/>
        </p:nvSpPr>
        <p:spPr>
          <a:xfrm>
            <a:off x="533978" y="1692411"/>
            <a:ext cx="172206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Essa métrica tem como o foco em informar o número de horas (H) em que o sistema FV gera em máxima potência. Basicamente, refere-se à normalização da energia gerada.</a:t>
            </a:r>
          </a:p>
        </p:txBody>
      </p:sp>
    </p:spTree>
    <p:extLst>
      <p:ext uri="{BB962C8B-B14F-4D97-AF65-F5344CB8AC3E}">
        <p14:creationId xmlns:p14="http://schemas.microsoft.com/office/powerpoint/2010/main" val="1986863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752B4-5DA9-10CB-0DD2-E3E53EB6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D7E90A-CB4D-90EF-20FD-5A1D6F32EA03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7BFDA07-DA39-A249-0DF7-68E49FE8681C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Horas de Sol Pleno (HSP)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7C200C9-5B6A-2887-51D3-1933DCE41FFE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F4BDE36-B9C5-6432-4A52-2F838C722BBA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E4A50A7-3FA9-DC00-5A01-537F238FD573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25E0223-4757-F195-47CC-22252BDB07F8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70856F8-4F85-A87E-773F-BB258C6C857A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6DF0AE9B-9E5A-4C53-9E04-4B606740F729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541A1449-45C4-BF64-3D88-DE35CF9321EF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A6FBCF51-38A3-CEC7-0D41-1CE9A596580C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F8E4F769-F2CE-775A-D337-93A1C5A71989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367DAB86-1728-BD17-5A70-7343B7822F1D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8DFDD966-D430-AED7-B2EB-883E4C3640D1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054C573-944D-D5DF-0F71-8C5676D72F1D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C92583D-1EB4-1F51-A418-4AFE599D483B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E5C20DD3-504D-9DFD-566B-472C7D073325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DCD67819-D200-4750-D646-6E946A25C4FF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699D7E5E-E890-EEF1-A034-4ABA0DAE1FE8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C86333FB-19B8-679A-28A7-79CFF71E5EE9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9B44F8BA-EC91-5336-AE6B-90F740CF0020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BACE3B82-135D-1B3C-BBF3-9C5806E46509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25244D84-4521-1E25-B0A9-99DABC673F35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359F1937-B868-BA8B-08DE-5BBDF8489B33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C710F6-2CA7-2B6F-9AB2-94DAF079F2B3}"/>
                  </a:ext>
                </a:extLst>
              </p:cNvPr>
              <p:cNvSpPr txBox="1"/>
              <p:nvPr/>
            </p:nvSpPr>
            <p:spPr>
              <a:xfrm>
                <a:off x="10565892" y="4345114"/>
                <a:ext cx="4572000" cy="110113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𝐻𝑆𝑃</m:t>
                      </m:r>
                      <m:r>
                        <a:rPr lang="pt-BR" sz="3200" i="0">
                          <a:latin typeface="Cambria Math" panose="02040503050406030204" pitchFamily="18" charset="0"/>
                        </a:rPr>
                        <m:t>=  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𝑃𝑂𝐴</m:t>
                          </m:r>
                        </m:num>
                        <m:den>
                          <m:sSub>
                            <m:sSub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pt-BR" sz="3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C710F6-2CA7-2B6F-9AB2-94DAF079F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892" y="4345114"/>
                <a:ext cx="4572000" cy="11011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16D5685-B87C-E51E-69B6-0032D408B4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" y="1584848"/>
            <a:ext cx="8458200" cy="673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529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3B475-AA50-F444-057C-88124DFAB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778B5C-7593-BFC8-75C4-54D719850E17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7C37D5F-664A-5060-2719-9C1E47DBD3C4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Fator de </a:t>
            </a:r>
            <a:r>
              <a:rPr lang="en-US" sz="5400" b="1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Capacidade</a:t>
            </a: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(FC)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3676486-1DEE-2D34-4CD2-C4C3A6D66B1E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F292C7F-F0AA-FA87-9E8D-D59C626CF99E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2FAA96D-2CEE-859F-1486-7527E9DC9546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DF57FAC-FCA6-F42B-CE30-265C0E049D98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1A03F67-13DC-2DE3-CA7D-B7E0AA245438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85610D70-443D-F587-4A97-E025EE09EF4D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5FB31522-9B34-7376-8594-55ABEBABEA64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B2464F07-8DB7-A7E4-864D-D07CD4ED0B61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5B69DFB6-E79C-555B-12FE-B90E5BB571FB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6D8EDE57-68F5-F699-2AC1-C83FF9F93B25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8A59543E-01FD-C4A2-234B-8CE8A8385914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4C2A11B-F29F-3F1A-6CAD-2511537E1E08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03DF9987-21EA-89D4-9788-DEFA1907808A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5B244E1-FBFC-66BF-041A-DA69F53AECC5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EB5BF78-D27D-A195-C7EB-5F21D724046E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B5F878BF-0F1A-78D3-B5BA-C8D602F602CB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98BCEF7C-4DFD-C857-1154-AD86E13EA476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9ACF787F-A923-2CFB-11CE-CF75B9C5CAF1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72D11B4-A0E5-02C0-B934-F645EA9B785E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911CBDE6-316C-DB03-A55E-C1BF6C540ACC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F25CD91A-1220-CE3D-1071-C8A228C59F48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DCB7F0-7AB3-EFFF-8901-51BF9227DAF4}"/>
                  </a:ext>
                </a:extLst>
              </p:cNvPr>
              <p:cNvSpPr txBox="1"/>
              <p:nvPr/>
            </p:nvSpPr>
            <p:spPr>
              <a:xfrm>
                <a:off x="5898267" y="1716843"/>
                <a:ext cx="5847703" cy="87447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𝐹𝐶</m:t>
                      </m:r>
                      <m:r>
                        <a:rPr lang="pt-BR" sz="2400" i="0">
                          <a:latin typeface="Cambria Math" panose="02040503050406030204" pitchFamily="18" charset="0"/>
                        </a:rPr>
                        <m:t>=  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pt-BR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sub>
                          </m:sSub>
                          <m:r>
                            <a:rPr lang="pt-BR" sz="2400" i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𝐷𝑖𝑎𝑠</m:t>
                          </m:r>
                          <m:r>
                            <a:rPr lang="pt-BR" sz="2400" i="0">
                              <a:latin typeface="Cambria Math" panose="02040503050406030204" pitchFamily="18" charset="0"/>
                            </a:rPr>
                            <m:t>∗24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DCB7F0-7AB3-EFFF-8901-51BF9227D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267" y="1716843"/>
                <a:ext cx="5847703" cy="8744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B8CB465E-0AFB-4FD0-BF49-6DE94D1A91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9940906"/>
              </p:ext>
            </p:extLst>
          </p:nvPr>
        </p:nvGraphicFramePr>
        <p:xfrm>
          <a:off x="4114800" y="3087009"/>
          <a:ext cx="9566543" cy="5308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9209374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1BF0B-4844-11B6-18C9-7DB615F2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755786-2327-84AC-18D5-505936450E1E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51C0159-E92B-7DCB-1228-A198894964AC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Performance Ratio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378A174-DC8F-EF36-4096-95FCF4A92185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9DF404D-BF47-935E-B6FA-2D60C974C932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D9A9F5C-0097-D8DB-1835-F5BC25587072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65C82A9-5F1E-0680-3B5B-11378A221B0D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7FEB9E22-5649-35F4-0254-530C29B09A9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12A7443C-A497-E53A-CFA6-F043664D845A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EB9CFC90-87B5-9869-4B52-FC25EC3A9DB2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CDE8111D-C37E-D95C-08D1-B5D222B2AB39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F76A1B10-E728-8A97-487E-FE57BA33514C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DAA4FF70-28F5-010A-399A-3A44886B124D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EAB8D815-AD1F-AE6C-4EEF-A661673B0E52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F2361164-C498-D33B-426B-FD6C78A6CC28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AE6D9534-AE81-850F-81DB-B216C90FF613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1444915-3A0D-5262-E76C-2D39A5F47E79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E46B57E-07FF-0237-6BD2-6401F06AD1B8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183B7176-045A-3655-1748-0A085CBEFDAF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558425C1-9544-D84B-76A1-47B0C9189D47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99C753C3-1721-8BCE-3866-A1CF4DB61DF0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E206029A-A620-27B8-0116-0E425E584575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6DD75DC9-A9C1-6E2B-718A-249F45FFF662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03D5C59-0018-CC9A-BA12-8E40819A18DB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B25996-E8A2-3CD8-819C-852158E53D78}"/>
                  </a:ext>
                </a:extLst>
              </p:cNvPr>
              <p:cNvSpPr txBox="1"/>
              <p:nvPr/>
            </p:nvSpPr>
            <p:spPr>
              <a:xfrm>
                <a:off x="4648201" y="3523008"/>
                <a:ext cx="8567129" cy="12271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36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6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sz="36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𝐷𝐶</m:t>
                          </m:r>
                          <m:r>
                            <a:rPr lang="pt-BR" sz="3600" i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sz="36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𝑃𝑂𝐴</m:t>
                          </m:r>
                          <m:r>
                            <a:rPr lang="pt-BR" sz="3600" i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36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3600" i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36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6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sz="3600" i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3600" i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pt-BR" sz="36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36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6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𝑃𝑂𝐴</m:t>
                              </m:r>
                            </m:e>
                            <m:sub>
                              <m:r>
                                <a:rPr lang="pt-BR" sz="36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36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600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pt-BR" sz="3600" i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3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B25996-E8A2-3CD8-819C-852158E53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1" y="3523008"/>
                <a:ext cx="8567129" cy="12271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51A3C5-E86F-994E-FAD2-C34392ADE777}"/>
                  </a:ext>
                </a:extLst>
              </p:cNvPr>
              <p:cNvSpPr txBox="1"/>
              <p:nvPr/>
            </p:nvSpPr>
            <p:spPr>
              <a:xfrm>
                <a:off x="4648200" y="1659760"/>
                <a:ext cx="8567130" cy="126560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36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3600" b="0" i="1" smtClean="0">
                          <a:latin typeface="Cambria Math" panose="02040503050406030204" pitchFamily="18" charset="0"/>
                        </a:rPr>
                        <m:t>𝑒𝑟𝑓𝑜𝑟𝑚𝑎𝑛𝑐𝑒</m:t>
                      </m:r>
                      <m:r>
                        <a:rPr lang="pt-BR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360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3600" b="0" i="1" smtClean="0">
                          <a:latin typeface="Cambria Math" panose="02040503050406030204" pitchFamily="18" charset="0"/>
                        </a:rPr>
                        <m:t>𝑎𝑡𝑖𝑜</m:t>
                      </m:r>
                      <m:r>
                        <a:rPr lang="pt-BR" sz="3600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  <m:r>
                                <a:rPr lang="pt-BR" sz="36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𝐷𝐶</m:t>
                              </m:r>
                              <m:r>
                                <a:rPr lang="pt-BR" sz="36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𝑃𝑂𝐴</m:t>
                              </m:r>
                              <m:r>
                                <a:rPr lang="pt-BR" sz="36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51A3C5-E86F-994E-FAD2-C34392ADE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1659760"/>
                <a:ext cx="8567130" cy="126560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6629C4D9-E901-A8BC-050E-3C5B98F537D1}"/>
              </a:ext>
            </a:extLst>
          </p:cNvPr>
          <p:cNvSpPr txBox="1"/>
          <p:nvPr/>
        </p:nvSpPr>
        <p:spPr>
          <a:xfrm>
            <a:off x="533978" y="5402385"/>
            <a:ext cx="1706822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O Performance </a:t>
            </a:r>
            <a:r>
              <a:rPr lang="pt-BR" sz="2800" dirty="0" err="1"/>
              <a:t>Ratio</a:t>
            </a:r>
            <a:r>
              <a:rPr lang="pt-BR" sz="2800" dirty="0"/>
              <a:t> é a métrica mais usada para o monitoramento e avaliação de performance de usinas fotovoltaicas.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De acordo com a IEC 61724-1:2021, existem variações que complementam a sua versão padrão, das quais são incluídas o fator de temperatura, </a:t>
            </a:r>
            <a:r>
              <a:rPr lang="pt-BR" sz="2800" dirty="0" err="1"/>
              <a:t>bifacialidade</a:t>
            </a:r>
            <a:r>
              <a:rPr lang="pt-BR" sz="2800" dirty="0"/>
              <a:t>, sujidade e dentre outras. </a:t>
            </a:r>
          </a:p>
        </p:txBody>
      </p:sp>
    </p:spTree>
    <p:extLst>
      <p:ext uri="{BB962C8B-B14F-4D97-AF65-F5344CB8AC3E}">
        <p14:creationId xmlns:p14="http://schemas.microsoft.com/office/powerpoint/2010/main" val="6899392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F02C-0EE8-3109-5AA1-2B319D15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51FD84-6F27-3E64-5306-A8B9C8000883}"/>
              </a:ext>
            </a:extLst>
          </p:cNvPr>
          <p:cNvSpPr/>
          <p:nvPr/>
        </p:nvSpPr>
        <p:spPr>
          <a:xfrm>
            <a:off x="-12697" y="8576472"/>
            <a:ext cx="18288000" cy="1748628"/>
          </a:xfrm>
          <a:custGeom>
            <a:avLst/>
            <a:gdLst/>
            <a:ahLst/>
            <a:cxnLst/>
            <a:rect l="l" t="t" r="r" b="b"/>
            <a:pathLst>
              <a:path w="18288000" h="1748628">
                <a:moveTo>
                  <a:pt x="0" y="0"/>
                </a:moveTo>
                <a:lnTo>
                  <a:pt x="18288000" y="0"/>
                </a:lnTo>
                <a:lnTo>
                  <a:pt x="18288000" y="1748628"/>
                </a:lnTo>
                <a:lnTo>
                  <a:pt x="0" y="1748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D79ACFF-499B-9C05-D91F-09A91F881975}"/>
              </a:ext>
            </a:extLst>
          </p:cNvPr>
          <p:cNvSpPr txBox="1"/>
          <p:nvPr/>
        </p:nvSpPr>
        <p:spPr>
          <a:xfrm>
            <a:off x="533977" y="571500"/>
            <a:ext cx="13029623" cy="787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Performance Index (PI)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82F3918-5DCF-35A8-FA3A-ABD265B997C6}"/>
              </a:ext>
            </a:extLst>
          </p:cNvPr>
          <p:cNvSpPr txBox="1"/>
          <p:nvPr/>
        </p:nvSpPr>
        <p:spPr>
          <a:xfrm>
            <a:off x="15125700" y="9258300"/>
            <a:ext cx="2133600" cy="9566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CACAC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D06A6D3-BCD3-BB9B-0C14-AC6DECC7B0E7}"/>
              </a:ext>
            </a:extLst>
          </p:cNvPr>
          <p:cNvGrpSpPr/>
          <p:nvPr/>
        </p:nvGrpSpPr>
        <p:grpSpPr>
          <a:xfrm>
            <a:off x="6760185" y="8918977"/>
            <a:ext cx="4767629" cy="1083752"/>
            <a:chOff x="0" y="0"/>
            <a:chExt cx="5364618" cy="1445003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6C6138F-3733-B5ED-FE89-CBB898FC78DC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F6797AF7-49E5-2939-887A-2EBFDAFF172C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0946A73-F030-86D4-7C59-C31FB03C2BE7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D4F3E40B-1868-396B-B3BE-3734251AA0A4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D477ADDD-C71A-78AD-FCEF-00C3DCC13CDC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D3399383-D6B6-0A87-948F-27EE36A2536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68CF3A87-421E-2B5F-D46C-1255BC5572BD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035118C0-361C-FED1-7BF7-67F3EBAB1B4E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7E3CDABB-E74C-D2A8-C366-770B525BF36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B237232-2648-B593-0FD3-69BE9E68DC8D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85CB5DC7-6493-204A-3818-A8BC7E5546C4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F265AD6-449C-4303-3B21-45079FA5F271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CBA654FF-A768-914F-11BC-BD8F6047D493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3FE47F06-9876-AC39-8D25-F07049475CDE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B1783E9B-4B64-F6D9-CFE1-A28CE48CB429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35E45A19-C82A-7D9A-FC3B-59F7C5975CE0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B00439A5-6E13-81C5-EB36-233B1A64495E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2480DF87-8A3F-0232-F52E-4DBE381C3E3A}"/>
                </a:ext>
              </a:extLst>
            </p:cNvPr>
            <p:cNvSpPr txBox="1"/>
            <p:nvPr/>
          </p:nvSpPr>
          <p:spPr>
            <a:xfrm>
              <a:off x="2480589" y="-66675"/>
              <a:ext cx="2884029" cy="7180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F60B0C5F-47E5-62ED-1225-F6191FA9F916}"/>
                </a:ext>
              </a:extLst>
            </p:cNvPr>
            <p:cNvSpPr txBox="1"/>
            <p:nvPr/>
          </p:nvSpPr>
          <p:spPr>
            <a:xfrm>
              <a:off x="2480589" y="559678"/>
              <a:ext cx="2884029" cy="88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92C957-8F8A-8CC1-3590-D62089FC555B}"/>
                  </a:ext>
                </a:extLst>
              </p:cNvPr>
              <p:cNvSpPr txBox="1"/>
              <p:nvPr/>
            </p:nvSpPr>
            <p:spPr>
              <a:xfrm>
                <a:off x="6831127" y="2764289"/>
                <a:ext cx="4267199" cy="128560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3600" i="1" smtClean="0">
                          <a:latin typeface="Cambria Math" panose="02040503050406030204" pitchFamily="18" charset="0"/>
                        </a:rPr>
                        <m:t>𝑃𝐼</m:t>
                      </m:r>
                      <m:r>
                        <a:rPr lang="pt-BR" sz="3600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  <m:r>
                                <a:rPr lang="pt-BR" sz="36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92C957-8F8A-8CC1-3590-D62089FC5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127" y="2764289"/>
                <a:ext cx="4267199" cy="12856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2204148-E02A-7C36-5302-F2FCE396935F}"/>
              </a:ext>
            </a:extLst>
          </p:cNvPr>
          <p:cNvSpPr txBox="1"/>
          <p:nvPr/>
        </p:nvSpPr>
        <p:spPr>
          <a:xfrm>
            <a:off x="800196" y="4892046"/>
            <a:ext cx="15925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Métrica usada pelo </a:t>
            </a:r>
            <a:r>
              <a:rPr lang="pt-BR" sz="3200" dirty="0" err="1"/>
              <a:t>PVsyst</a:t>
            </a:r>
            <a:r>
              <a:rPr lang="pt-BR" sz="3200" dirty="0"/>
              <a:t> para avaliar a performance da Usina FV com a simulação, considerando todas as perdas esperadas.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É uma métrica mais avançada que o PR, inclusive preferida, pois trabalha com valores mais aproximados da realidade e é possível aplicá-la em qualquer escala temporal que quiser, basta ter as medições meteorológicas alinhadas com a geração FV medida. </a:t>
            </a:r>
          </a:p>
        </p:txBody>
      </p:sp>
    </p:spTree>
    <p:extLst>
      <p:ext uri="{BB962C8B-B14F-4D97-AF65-F5344CB8AC3E}">
        <p14:creationId xmlns:p14="http://schemas.microsoft.com/office/powerpoint/2010/main" val="28639702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43371-5D1C-FFA1-E3B3-F6C5DCBDD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2E9458-E171-BC11-19A3-73574ED63311}"/>
              </a:ext>
            </a:extLst>
          </p:cNvPr>
          <p:cNvSpPr/>
          <p:nvPr/>
        </p:nvSpPr>
        <p:spPr>
          <a:xfrm rot="-5400000" flipH="1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0" y="18288000"/>
                </a:ln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56" r="-906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A5ECBED-FD04-3F09-E428-AF877C71A53A}"/>
              </a:ext>
            </a:extLst>
          </p:cNvPr>
          <p:cNvSpPr/>
          <p:nvPr/>
        </p:nvSpPr>
        <p:spPr>
          <a:xfrm>
            <a:off x="0" y="2930085"/>
            <a:ext cx="18317499" cy="3490751"/>
          </a:xfrm>
          <a:custGeom>
            <a:avLst/>
            <a:gdLst/>
            <a:ahLst/>
            <a:cxnLst/>
            <a:rect l="l" t="t" r="r" b="b"/>
            <a:pathLst>
              <a:path w="18317499" h="3490751">
                <a:moveTo>
                  <a:pt x="0" y="0"/>
                </a:moveTo>
                <a:lnTo>
                  <a:pt x="18317499" y="0"/>
                </a:lnTo>
                <a:lnTo>
                  <a:pt x="18317499" y="3490751"/>
                </a:lnTo>
                <a:lnTo>
                  <a:pt x="0" y="3490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129E4F1-ED82-D25C-4524-48DF65A14F24}"/>
              </a:ext>
            </a:extLst>
          </p:cNvPr>
          <p:cNvSpPr txBox="1"/>
          <p:nvPr/>
        </p:nvSpPr>
        <p:spPr>
          <a:xfrm>
            <a:off x="609599" y="3890762"/>
            <a:ext cx="17068799" cy="1620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pt-BR" sz="5400" b="1" spc="642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GitHub Didático da Unicamp: IT-306 </a:t>
            </a:r>
            <a:r>
              <a:rPr lang="pt-BR" sz="5400" b="1" spc="642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Photovoltaic</a:t>
            </a:r>
            <a:r>
              <a:rPr lang="pt-BR" sz="5400" b="1" spc="642" dirty="0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 </a:t>
            </a:r>
            <a:r>
              <a:rPr lang="pt-BR" sz="5400" b="1" spc="642" dirty="0" err="1">
                <a:solidFill>
                  <a:srgbClr val="233C6D"/>
                </a:solidFill>
                <a:latin typeface="Oswald Bold"/>
                <a:ea typeface="Oswald Bold"/>
                <a:cs typeface="Oswald Bold"/>
                <a:sym typeface="Oswald Bold"/>
              </a:rPr>
              <a:t>Modeling</a:t>
            </a:r>
            <a:endParaRPr lang="pt-BR" sz="5400" b="1" spc="642" dirty="0">
              <a:solidFill>
                <a:srgbClr val="233C6D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149BAF68-D434-358D-470E-F81562F6CE6A}"/>
              </a:ext>
            </a:extLst>
          </p:cNvPr>
          <p:cNvGrpSpPr/>
          <p:nvPr/>
        </p:nvGrpSpPr>
        <p:grpSpPr>
          <a:xfrm>
            <a:off x="1028700" y="467376"/>
            <a:ext cx="4152900" cy="1161941"/>
            <a:chOff x="0" y="-66675"/>
            <a:chExt cx="5537199" cy="1549255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B559819-BEE2-DDDF-B443-B30DD9C7B22C}"/>
                </a:ext>
              </a:extLst>
            </p:cNvPr>
            <p:cNvGrpSpPr/>
            <p:nvPr/>
          </p:nvGrpSpPr>
          <p:grpSpPr>
            <a:xfrm>
              <a:off x="1085630" y="116766"/>
              <a:ext cx="453758" cy="1130549"/>
              <a:chOff x="0" y="0"/>
              <a:chExt cx="326226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5059F0A6-6F98-0B1D-7B92-2437C047EEA8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1E2BD66-148F-A25B-425F-2C95DAE7F14C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EF82B76-FEB8-7F62-982D-992BB238617C}"/>
                </a:ext>
              </a:extLst>
            </p:cNvPr>
            <p:cNvGrpSpPr/>
            <p:nvPr/>
          </p:nvGrpSpPr>
          <p:grpSpPr>
            <a:xfrm>
              <a:off x="1556835" y="116766"/>
              <a:ext cx="453758" cy="1130549"/>
              <a:chOff x="0" y="0"/>
              <a:chExt cx="326226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72B6CD7-4046-FDBC-87B6-1DE43F5083C9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B082B8F9-6E86-D78B-BD0F-52744940809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AA4336C7-3744-FF72-179B-D0F98E3558B1}"/>
                </a:ext>
              </a:extLst>
            </p:cNvPr>
            <p:cNvGrpSpPr/>
            <p:nvPr/>
          </p:nvGrpSpPr>
          <p:grpSpPr>
            <a:xfrm>
              <a:off x="2026831" y="116766"/>
              <a:ext cx="453758" cy="1130549"/>
              <a:chOff x="0" y="0"/>
              <a:chExt cx="326226" cy="8128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5C50A6DD-D4EE-024A-F372-C07A07000B87}"/>
                  </a:ext>
                </a:extLst>
              </p:cNvPr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FE67E7E9-4FD8-EA7D-A532-3338B436D561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3353832-99AF-C3D8-173D-00691DEA675B}"/>
                </a:ext>
              </a:extLst>
            </p:cNvPr>
            <p:cNvSpPr/>
            <p:nvPr/>
          </p:nvSpPr>
          <p:spPr>
            <a:xfrm>
              <a:off x="2028367" y="483631"/>
              <a:ext cx="452222" cy="763684"/>
            </a:xfrm>
            <a:custGeom>
              <a:avLst/>
              <a:gdLst/>
              <a:ahLst/>
              <a:cxnLst/>
              <a:rect l="l" t="t" r="r" b="b"/>
              <a:pathLst>
                <a:path w="452222" h="763684">
                  <a:moveTo>
                    <a:pt x="0" y="0"/>
                  </a:moveTo>
                  <a:lnTo>
                    <a:pt x="452222" y="0"/>
                  </a:lnTo>
                  <a:lnTo>
                    <a:pt x="452222" y="763684"/>
                  </a:lnTo>
                  <a:lnTo>
                    <a:pt x="0" y="76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6793003-F819-D300-5DE7-2352AD865270}"/>
                </a:ext>
              </a:extLst>
            </p:cNvPr>
            <p:cNvSpPr/>
            <p:nvPr/>
          </p:nvSpPr>
          <p:spPr>
            <a:xfrm>
              <a:off x="1558777" y="536971"/>
              <a:ext cx="329678" cy="710344"/>
            </a:xfrm>
            <a:custGeom>
              <a:avLst/>
              <a:gdLst/>
              <a:ahLst/>
              <a:cxnLst/>
              <a:rect l="l" t="t" r="r" b="b"/>
              <a:pathLst>
                <a:path w="329678" h="710344">
                  <a:moveTo>
                    <a:pt x="0" y="0"/>
                  </a:moveTo>
                  <a:lnTo>
                    <a:pt x="329678" y="0"/>
                  </a:lnTo>
                  <a:lnTo>
                    <a:pt x="329678" y="710344"/>
                  </a:lnTo>
                  <a:lnTo>
                    <a:pt x="0" y="71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754BDF67-7BFE-5432-ED1E-DA64635E6761}"/>
                </a:ext>
              </a:extLst>
            </p:cNvPr>
            <p:cNvSpPr/>
            <p:nvPr/>
          </p:nvSpPr>
          <p:spPr>
            <a:xfrm>
              <a:off x="1694410" y="510301"/>
              <a:ext cx="305163" cy="251010"/>
            </a:xfrm>
            <a:custGeom>
              <a:avLst/>
              <a:gdLst/>
              <a:ahLst/>
              <a:cxnLst/>
              <a:rect l="l" t="t" r="r" b="b"/>
              <a:pathLst>
                <a:path w="305163" h="251010">
                  <a:moveTo>
                    <a:pt x="0" y="0"/>
                  </a:moveTo>
                  <a:lnTo>
                    <a:pt x="305163" y="0"/>
                  </a:lnTo>
                  <a:lnTo>
                    <a:pt x="305163" y="251010"/>
                  </a:lnTo>
                  <a:lnTo>
                    <a:pt x="0" y="25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4EC960DA-1259-2468-C4EC-06ACFA136987}"/>
                </a:ext>
              </a:extLst>
            </p:cNvPr>
            <p:cNvSpPr/>
            <p:nvPr/>
          </p:nvSpPr>
          <p:spPr>
            <a:xfrm>
              <a:off x="1090470" y="536734"/>
              <a:ext cx="444377" cy="710582"/>
            </a:xfrm>
            <a:custGeom>
              <a:avLst/>
              <a:gdLst/>
              <a:ahLst/>
              <a:cxnLst/>
              <a:rect l="l" t="t" r="r" b="b"/>
              <a:pathLst>
                <a:path w="444377" h="710582">
                  <a:moveTo>
                    <a:pt x="0" y="0"/>
                  </a:moveTo>
                  <a:lnTo>
                    <a:pt x="444378" y="0"/>
                  </a:lnTo>
                  <a:lnTo>
                    <a:pt x="444378" y="710581"/>
                  </a:lnTo>
                  <a:lnTo>
                    <a:pt x="0" y="71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0B75D07C-6C1E-5CA7-B939-180BF9D61729}"/>
                </a:ext>
              </a:extLst>
            </p:cNvPr>
            <p:cNvGrpSpPr/>
            <p:nvPr/>
          </p:nvGrpSpPr>
          <p:grpSpPr>
            <a:xfrm>
              <a:off x="0" y="113277"/>
              <a:ext cx="1057715" cy="1130549"/>
              <a:chOff x="0" y="0"/>
              <a:chExt cx="1030491" cy="110145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3EAC0886-C048-C9E8-8186-70FA51B820FB}"/>
                  </a:ext>
                </a:extLst>
              </p:cNvPr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E54F5017-8BF5-C447-A1D0-186F084028F7}"/>
                  </a:ext>
                </a:extLst>
              </p:cNvPr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204EB703-19CB-56C5-11A5-9AF55715F066}"/>
                </a:ext>
              </a:extLst>
            </p:cNvPr>
            <p:cNvSpPr/>
            <p:nvPr/>
          </p:nvSpPr>
          <p:spPr>
            <a:xfrm rot="-857927">
              <a:off x="425806" y="80104"/>
              <a:ext cx="306596" cy="776192"/>
            </a:xfrm>
            <a:custGeom>
              <a:avLst/>
              <a:gdLst/>
              <a:ahLst/>
              <a:cxnLst/>
              <a:rect l="l" t="t" r="r" b="b"/>
              <a:pathLst>
                <a:path w="306596" h="776192">
                  <a:moveTo>
                    <a:pt x="0" y="0"/>
                  </a:moveTo>
                  <a:lnTo>
                    <a:pt x="306596" y="0"/>
                  </a:lnTo>
                  <a:lnTo>
                    <a:pt x="306596" y="776192"/>
                  </a:lnTo>
                  <a:lnTo>
                    <a:pt x="0" y="7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C08C7CEB-77BA-727D-0A60-4E5130AA8829}"/>
                </a:ext>
              </a:extLst>
            </p:cNvPr>
            <p:cNvSpPr txBox="1"/>
            <p:nvPr/>
          </p:nvSpPr>
          <p:spPr>
            <a:xfrm>
              <a:off x="2480589" y="-66675"/>
              <a:ext cx="3056610" cy="7180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506"/>
                </a:lnSpc>
              </a:pPr>
              <a:r>
                <a:rPr lang="en-US" sz="3218" spc="383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71CA476C-689A-3FB1-751C-49B4D9F5ED28}"/>
                </a:ext>
              </a:extLst>
            </p:cNvPr>
            <p:cNvSpPr txBox="1"/>
            <p:nvPr/>
          </p:nvSpPr>
          <p:spPr>
            <a:xfrm>
              <a:off x="2480589" y="559677"/>
              <a:ext cx="3056610" cy="9229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3991" spc="754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F016468-54B7-F2F1-F033-B1A59A776406}"/>
              </a:ext>
            </a:extLst>
          </p:cNvPr>
          <p:cNvGrpSpPr/>
          <p:nvPr/>
        </p:nvGrpSpPr>
        <p:grpSpPr>
          <a:xfrm>
            <a:off x="13472500" y="517382"/>
            <a:ext cx="3961967" cy="1022636"/>
            <a:chOff x="0" y="0"/>
            <a:chExt cx="5282622" cy="1363515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27355BB-4DCA-1D80-64EA-547C51B2C8F8}"/>
                </a:ext>
              </a:extLst>
            </p:cNvPr>
            <p:cNvSpPr/>
            <p:nvPr/>
          </p:nvSpPr>
          <p:spPr>
            <a:xfrm>
              <a:off x="3816366" y="0"/>
              <a:ext cx="1466256" cy="1363515"/>
            </a:xfrm>
            <a:custGeom>
              <a:avLst/>
              <a:gdLst/>
              <a:ahLst/>
              <a:cxnLst/>
              <a:rect l="l" t="t" r="r" b="b"/>
              <a:pathLst>
                <a:path w="1466256" h="1363515">
                  <a:moveTo>
                    <a:pt x="0" y="0"/>
                  </a:moveTo>
                  <a:lnTo>
                    <a:pt x="1466256" y="0"/>
                  </a:lnTo>
                  <a:lnTo>
                    <a:pt x="1466256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0593" t="-36322" r="-337402" b="-40583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C3DB97F6-2B6E-D232-7634-6E6D777DF586}"/>
                </a:ext>
              </a:extLst>
            </p:cNvPr>
            <p:cNvSpPr/>
            <p:nvPr/>
          </p:nvSpPr>
          <p:spPr>
            <a:xfrm>
              <a:off x="2526954" y="0"/>
              <a:ext cx="1209785" cy="1363515"/>
            </a:xfrm>
            <a:custGeom>
              <a:avLst/>
              <a:gdLst/>
              <a:ahLst/>
              <a:cxnLst/>
              <a:rect l="l" t="t" r="r" b="b"/>
              <a:pathLst>
                <a:path w="1209785" h="1363515">
                  <a:moveTo>
                    <a:pt x="0" y="0"/>
                  </a:moveTo>
                  <a:lnTo>
                    <a:pt x="1209785" y="0"/>
                  </a:lnTo>
                  <a:lnTo>
                    <a:pt x="1209785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7028816D-6A54-A8DF-1E07-CD490694C49D}"/>
                </a:ext>
              </a:extLst>
            </p:cNvPr>
            <p:cNvSpPr/>
            <p:nvPr/>
          </p:nvSpPr>
          <p:spPr>
            <a:xfrm>
              <a:off x="1318590" y="0"/>
              <a:ext cx="1035931" cy="1363515"/>
            </a:xfrm>
            <a:custGeom>
              <a:avLst/>
              <a:gdLst/>
              <a:ahLst/>
              <a:cxnLst/>
              <a:rect l="l" t="t" r="r" b="b"/>
              <a:pathLst>
                <a:path w="1035931" h="1363515">
                  <a:moveTo>
                    <a:pt x="0" y="0"/>
                  </a:moveTo>
                  <a:lnTo>
                    <a:pt x="1035931" y="0"/>
                  </a:lnTo>
                  <a:lnTo>
                    <a:pt x="1035931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F4FD00EB-BB3D-AB1F-58A2-F8925470132A}"/>
                </a:ext>
              </a:extLst>
            </p:cNvPr>
            <p:cNvSpPr/>
            <p:nvPr/>
          </p:nvSpPr>
          <p:spPr>
            <a:xfrm>
              <a:off x="0" y="107502"/>
              <a:ext cx="1318590" cy="1256013"/>
            </a:xfrm>
            <a:custGeom>
              <a:avLst/>
              <a:gdLst/>
              <a:ahLst/>
              <a:cxnLst/>
              <a:rect l="l" t="t" r="r" b="b"/>
              <a:pathLst>
                <a:path w="1318590" h="1256013">
                  <a:moveTo>
                    <a:pt x="0" y="0"/>
                  </a:moveTo>
                  <a:lnTo>
                    <a:pt x="1318590" y="0"/>
                  </a:lnTo>
                  <a:lnTo>
                    <a:pt x="1318590" y="1256013"/>
                  </a:lnTo>
                  <a:lnTo>
                    <a:pt x="0" y="12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7051" t="-52359" r="-231893" b="-537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A676AC03-72DA-E624-7998-9E95D022B177}"/>
              </a:ext>
            </a:extLst>
          </p:cNvPr>
          <p:cNvGrpSpPr/>
          <p:nvPr/>
        </p:nvGrpSpPr>
        <p:grpSpPr>
          <a:xfrm>
            <a:off x="0" y="0"/>
            <a:ext cx="18288000" cy="218306"/>
            <a:chOff x="0" y="0"/>
            <a:chExt cx="24384000" cy="291074"/>
          </a:xfrm>
        </p:grpSpPr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DDDC831B-6452-D0EF-FEC2-D07205619246}"/>
                </a:ext>
              </a:extLst>
            </p:cNvPr>
            <p:cNvGrpSpPr/>
            <p:nvPr/>
          </p:nvGrpSpPr>
          <p:grpSpPr>
            <a:xfrm>
              <a:off x="0" y="0"/>
              <a:ext cx="3048000" cy="291074"/>
              <a:chOff x="0" y="0"/>
              <a:chExt cx="372945" cy="35615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FA99D5CD-1B1E-CC29-71EF-81BB057FBCAC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0744B600-D500-CBFD-7395-DA7C0BFD0990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9B855B0F-0083-5175-3A3B-E4661B6C8944}"/>
                </a:ext>
              </a:extLst>
            </p:cNvPr>
            <p:cNvGrpSpPr/>
            <p:nvPr/>
          </p:nvGrpSpPr>
          <p:grpSpPr>
            <a:xfrm>
              <a:off x="3048000" y="0"/>
              <a:ext cx="3048000" cy="291074"/>
              <a:chOff x="0" y="0"/>
              <a:chExt cx="372945" cy="35615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F77980FE-C7FD-B701-2FF1-98C5E864FD8C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33F4C95A-9932-34CE-7B5D-FE11345B0CB2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0" name="Group 40">
              <a:extLst>
                <a:ext uri="{FF2B5EF4-FFF2-40B4-BE49-F238E27FC236}">
                  <a16:creationId xmlns:a16="http://schemas.microsoft.com/office/drawing/2014/main" id="{A45A47A2-FD9F-BF88-3B85-E81AE45E7AC9}"/>
                </a:ext>
              </a:extLst>
            </p:cNvPr>
            <p:cNvGrpSpPr/>
            <p:nvPr/>
          </p:nvGrpSpPr>
          <p:grpSpPr>
            <a:xfrm>
              <a:off x="6096000" y="0"/>
              <a:ext cx="3048000" cy="291074"/>
              <a:chOff x="0" y="0"/>
              <a:chExt cx="372945" cy="35615"/>
            </a:xfrm>
          </p:grpSpPr>
          <p:sp>
            <p:nvSpPr>
              <p:cNvPr id="41" name="Freeform 41">
                <a:extLst>
                  <a:ext uri="{FF2B5EF4-FFF2-40B4-BE49-F238E27FC236}">
                    <a16:creationId xmlns:a16="http://schemas.microsoft.com/office/drawing/2014/main" id="{4844C54D-D489-3928-4B9D-F1805FAB15E0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A2035B90-7BB7-B11B-C497-1CBE41429996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094079DE-295A-4FEA-75C6-3917C61E8B35}"/>
                </a:ext>
              </a:extLst>
            </p:cNvPr>
            <p:cNvGrpSpPr/>
            <p:nvPr/>
          </p:nvGrpSpPr>
          <p:grpSpPr>
            <a:xfrm>
              <a:off x="9144000" y="0"/>
              <a:ext cx="3048000" cy="291074"/>
              <a:chOff x="0" y="0"/>
              <a:chExt cx="372945" cy="35615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ACB5D7D9-6319-5C8F-0D57-B11CFA1E5F3C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>
                <a:extLst>
                  <a:ext uri="{FF2B5EF4-FFF2-40B4-BE49-F238E27FC236}">
                    <a16:creationId xmlns:a16="http://schemas.microsoft.com/office/drawing/2014/main" id="{31F23A9F-6329-E03B-BD23-00941AA7EB3D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6" name="Group 46">
              <a:extLst>
                <a:ext uri="{FF2B5EF4-FFF2-40B4-BE49-F238E27FC236}">
                  <a16:creationId xmlns:a16="http://schemas.microsoft.com/office/drawing/2014/main" id="{A60592E4-37DC-0FA7-A6BA-1B3D89450AA6}"/>
                </a:ext>
              </a:extLst>
            </p:cNvPr>
            <p:cNvGrpSpPr/>
            <p:nvPr/>
          </p:nvGrpSpPr>
          <p:grpSpPr>
            <a:xfrm>
              <a:off x="12192000" y="0"/>
              <a:ext cx="3048000" cy="291074"/>
              <a:chOff x="0" y="0"/>
              <a:chExt cx="372945" cy="35615"/>
            </a:xfrm>
          </p:grpSpPr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41318542-0D7E-28F7-79A2-182F33CD8479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8">
                <a:extLst>
                  <a:ext uri="{FF2B5EF4-FFF2-40B4-BE49-F238E27FC236}">
                    <a16:creationId xmlns:a16="http://schemas.microsoft.com/office/drawing/2014/main" id="{DD18F4BF-9220-5DA9-0A32-843B4317A1A4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16B27836-1F27-F32D-B920-0C9F5BD9CAC5}"/>
                </a:ext>
              </a:extLst>
            </p:cNvPr>
            <p:cNvGrpSpPr/>
            <p:nvPr/>
          </p:nvGrpSpPr>
          <p:grpSpPr>
            <a:xfrm>
              <a:off x="15240000" y="0"/>
              <a:ext cx="3048000" cy="291074"/>
              <a:chOff x="0" y="0"/>
              <a:chExt cx="372945" cy="35615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5FF3B038-E79B-9E56-8906-264D5FAE5CBF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id="{9A59644C-1BC4-7684-13DF-D2E48FBD5D87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id="{F1A1E320-2AE8-32C0-4DDE-464892672CA4}"/>
                </a:ext>
              </a:extLst>
            </p:cNvPr>
            <p:cNvGrpSpPr/>
            <p:nvPr/>
          </p:nvGrpSpPr>
          <p:grpSpPr>
            <a:xfrm>
              <a:off x="18288000" y="0"/>
              <a:ext cx="3048000" cy="291074"/>
              <a:chOff x="0" y="0"/>
              <a:chExt cx="372945" cy="35615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2978AE1A-7F64-E3B0-44D7-0E717B1D14A9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id="{1750CF28-BC67-A3F1-1FFA-ECF1501B31C9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id="{B1672239-40DC-F50A-F54F-773CC51D5E3E}"/>
                </a:ext>
              </a:extLst>
            </p:cNvPr>
            <p:cNvGrpSpPr/>
            <p:nvPr/>
          </p:nvGrpSpPr>
          <p:grpSpPr>
            <a:xfrm>
              <a:off x="21336000" y="0"/>
              <a:ext cx="3048000" cy="291074"/>
              <a:chOff x="0" y="0"/>
              <a:chExt cx="372945" cy="35615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D5B87896-008E-8037-E065-BB546525B648}"/>
                  </a:ext>
                </a:extLst>
              </p:cNvPr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id="{D69A0FCE-6E61-A5EE-0614-BD145733A35C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36688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0" y="18288000"/>
                </a:ln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56" r="-906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474920" y="4808191"/>
            <a:ext cx="11437163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OBRIGADO PELA ATENÇÃO!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5092201" cy="1371625"/>
            <a:chOff x="0" y="0"/>
            <a:chExt cx="6789601" cy="1828833"/>
          </a:xfrm>
        </p:grpSpPr>
        <p:grpSp>
          <p:nvGrpSpPr>
            <p:cNvPr id="5" name="Group 5"/>
            <p:cNvGrpSpPr/>
            <p:nvPr/>
          </p:nvGrpSpPr>
          <p:grpSpPr>
            <a:xfrm>
              <a:off x="1374002" y="147783"/>
              <a:ext cx="574288" cy="1430852"/>
              <a:chOff x="0" y="0"/>
              <a:chExt cx="326226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970371" y="147783"/>
              <a:ext cx="574288" cy="1430852"/>
              <a:chOff x="0" y="0"/>
              <a:chExt cx="326226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2565210" y="147783"/>
              <a:ext cx="574288" cy="1430852"/>
              <a:chOff x="0" y="0"/>
              <a:chExt cx="326226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2622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26226" h="812800">
                    <a:moveTo>
                      <a:pt x="0" y="0"/>
                    </a:moveTo>
                    <a:lnTo>
                      <a:pt x="326226" y="0"/>
                    </a:lnTo>
                    <a:lnTo>
                      <a:pt x="326226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66675"/>
                <a:ext cx="326226" cy="879475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2567154" y="612096"/>
              <a:ext cx="572344" cy="966539"/>
            </a:xfrm>
            <a:custGeom>
              <a:avLst/>
              <a:gdLst/>
              <a:ahLst/>
              <a:cxnLst/>
              <a:rect l="l" t="t" r="r" b="b"/>
              <a:pathLst>
                <a:path w="572344" h="966539">
                  <a:moveTo>
                    <a:pt x="0" y="0"/>
                  </a:moveTo>
                  <a:lnTo>
                    <a:pt x="572344" y="0"/>
                  </a:lnTo>
                  <a:lnTo>
                    <a:pt x="572344" y="966539"/>
                  </a:lnTo>
                  <a:lnTo>
                    <a:pt x="0" y="966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4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972829" y="679605"/>
              <a:ext cx="417249" cy="899030"/>
            </a:xfrm>
            <a:custGeom>
              <a:avLst/>
              <a:gdLst/>
              <a:ahLst/>
              <a:cxnLst/>
              <a:rect l="l" t="t" r="r" b="b"/>
              <a:pathLst>
                <a:path w="417249" h="899030">
                  <a:moveTo>
                    <a:pt x="0" y="0"/>
                  </a:moveTo>
                  <a:lnTo>
                    <a:pt x="417249" y="0"/>
                  </a:lnTo>
                  <a:lnTo>
                    <a:pt x="417249" y="899030"/>
                  </a:lnTo>
                  <a:lnTo>
                    <a:pt x="0" y="899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696" r="-800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144489" y="645850"/>
              <a:ext cx="386222" cy="317685"/>
            </a:xfrm>
            <a:custGeom>
              <a:avLst/>
              <a:gdLst/>
              <a:ahLst/>
              <a:cxnLst/>
              <a:rect l="l" t="t" r="r" b="b"/>
              <a:pathLst>
                <a:path w="386222" h="317685">
                  <a:moveTo>
                    <a:pt x="0" y="0"/>
                  </a:moveTo>
                  <a:lnTo>
                    <a:pt x="386222" y="0"/>
                  </a:lnTo>
                  <a:lnTo>
                    <a:pt x="386222" y="317685"/>
                  </a:lnTo>
                  <a:lnTo>
                    <a:pt x="0" y="317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2805" b="-1829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380128" y="679304"/>
              <a:ext cx="562416" cy="899331"/>
            </a:xfrm>
            <a:custGeom>
              <a:avLst/>
              <a:gdLst/>
              <a:ahLst/>
              <a:cxnLst/>
              <a:rect l="l" t="t" r="r" b="b"/>
              <a:pathLst>
                <a:path w="562416" h="899331">
                  <a:moveTo>
                    <a:pt x="0" y="0"/>
                  </a:moveTo>
                  <a:lnTo>
                    <a:pt x="562415" y="0"/>
                  </a:lnTo>
                  <a:lnTo>
                    <a:pt x="562415" y="899331"/>
                  </a:lnTo>
                  <a:lnTo>
                    <a:pt x="0" y="899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8291" r="-170455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0" y="143366"/>
              <a:ext cx="1338672" cy="1430852"/>
              <a:chOff x="0" y="0"/>
              <a:chExt cx="1030491" cy="11014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030491" cy="1101450"/>
              </a:xfrm>
              <a:custGeom>
                <a:avLst/>
                <a:gdLst/>
                <a:ahLst/>
                <a:cxnLst/>
                <a:rect l="l" t="t" r="r" b="b"/>
                <a:pathLst>
                  <a:path w="1030491" h="1101450">
                    <a:moveTo>
                      <a:pt x="515245" y="1101450"/>
                    </a:moveTo>
                    <a:lnTo>
                      <a:pt x="1030491" y="0"/>
                    </a:lnTo>
                    <a:lnTo>
                      <a:pt x="0" y="0"/>
                    </a:lnTo>
                    <a:lnTo>
                      <a:pt x="515245" y="11014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61014" y="12000"/>
                <a:ext cx="708462" cy="578062"/>
              </a:xfrm>
              <a:prstGeom prst="rect">
                <a:avLst/>
              </a:prstGeom>
            </p:spPr>
            <p:txBody>
              <a:bodyPr lIns="40866" tIns="40866" rIns="40866" bIns="40866" rtlCol="0" anchor="ctr"/>
              <a:lstStyle/>
              <a:p>
                <a:pPr algn="ctr">
                  <a:lnSpc>
                    <a:spcPts val="2007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 rot="-857927">
              <a:off x="538912" y="101382"/>
              <a:ext cx="388036" cy="982369"/>
            </a:xfrm>
            <a:custGeom>
              <a:avLst/>
              <a:gdLst/>
              <a:ahLst/>
              <a:cxnLst/>
              <a:rect l="l" t="t" r="r" b="b"/>
              <a:pathLst>
                <a:path w="388036" h="982369">
                  <a:moveTo>
                    <a:pt x="0" y="0"/>
                  </a:moveTo>
                  <a:lnTo>
                    <a:pt x="388035" y="0"/>
                  </a:lnTo>
                  <a:lnTo>
                    <a:pt x="388035" y="982369"/>
                  </a:lnTo>
                  <a:lnTo>
                    <a:pt x="0" y="982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39498" y="-85725"/>
              <a:ext cx="3650103" cy="9100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03"/>
                </a:lnSpc>
              </a:pPr>
              <a:r>
                <a:rPr lang="en-US" sz="4073" spc="484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WORKSHOP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39498" y="709534"/>
              <a:ext cx="3650103" cy="11192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71"/>
                </a:lnSpc>
              </a:pPr>
              <a:r>
                <a:rPr lang="en-US" sz="5051" spc="954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PPGEE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472500" y="517382"/>
            <a:ext cx="3961967" cy="1022636"/>
            <a:chOff x="0" y="0"/>
            <a:chExt cx="5282622" cy="1363515"/>
          </a:xfrm>
        </p:grpSpPr>
        <p:sp>
          <p:nvSpPr>
            <p:cNvPr id="25" name="Freeform 25"/>
            <p:cNvSpPr/>
            <p:nvPr/>
          </p:nvSpPr>
          <p:spPr>
            <a:xfrm>
              <a:off x="3816366" y="0"/>
              <a:ext cx="1466256" cy="1363515"/>
            </a:xfrm>
            <a:custGeom>
              <a:avLst/>
              <a:gdLst/>
              <a:ahLst/>
              <a:cxnLst/>
              <a:rect l="l" t="t" r="r" b="b"/>
              <a:pathLst>
                <a:path w="1466256" h="1363515">
                  <a:moveTo>
                    <a:pt x="0" y="0"/>
                  </a:moveTo>
                  <a:lnTo>
                    <a:pt x="1466256" y="0"/>
                  </a:lnTo>
                  <a:lnTo>
                    <a:pt x="1466256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0593" t="-36322" r="-337402" b="-40583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526954" y="0"/>
              <a:ext cx="1209785" cy="1363515"/>
            </a:xfrm>
            <a:custGeom>
              <a:avLst/>
              <a:gdLst/>
              <a:ahLst/>
              <a:cxnLst/>
              <a:rect l="l" t="t" r="r" b="b"/>
              <a:pathLst>
                <a:path w="1209785" h="1363515">
                  <a:moveTo>
                    <a:pt x="0" y="0"/>
                  </a:moveTo>
                  <a:lnTo>
                    <a:pt x="1209785" y="0"/>
                  </a:lnTo>
                  <a:lnTo>
                    <a:pt x="1209785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318590" y="0"/>
              <a:ext cx="1035931" cy="1363515"/>
            </a:xfrm>
            <a:custGeom>
              <a:avLst/>
              <a:gdLst/>
              <a:ahLst/>
              <a:cxnLst/>
              <a:rect l="l" t="t" r="r" b="b"/>
              <a:pathLst>
                <a:path w="1035931" h="1363515">
                  <a:moveTo>
                    <a:pt x="0" y="0"/>
                  </a:moveTo>
                  <a:lnTo>
                    <a:pt x="1035931" y="0"/>
                  </a:lnTo>
                  <a:lnTo>
                    <a:pt x="1035931" y="1363515"/>
                  </a:lnTo>
                  <a:lnTo>
                    <a:pt x="0" y="136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107502"/>
              <a:ext cx="1318590" cy="1256013"/>
            </a:xfrm>
            <a:custGeom>
              <a:avLst/>
              <a:gdLst/>
              <a:ahLst/>
              <a:cxnLst/>
              <a:rect l="l" t="t" r="r" b="b"/>
              <a:pathLst>
                <a:path w="1318590" h="1256013">
                  <a:moveTo>
                    <a:pt x="0" y="0"/>
                  </a:moveTo>
                  <a:lnTo>
                    <a:pt x="1318590" y="0"/>
                  </a:lnTo>
                  <a:lnTo>
                    <a:pt x="1318590" y="1256013"/>
                  </a:lnTo>
                  <a:lnTo>
                    <a:pt x="0" y="12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7051" t="-52359" r="-231893" b="-537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0" y="0"/>
            <a:ext cx="18288000" cy="218306"/>
            <a:chOff x="0" y="0"/>
            <a:chExt cx="24384000" cy="291074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3048000" cy="291074"/>
              <a:chOff x="0" y="0"/>
              <a:chExt cx="372945" cy="3561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048000" y="0"/>
              <a:ext cx="3048000" cy="291074"/>
              <a:chOff x="0" y="0"/>
              <a:chExt cx="372945" cy="3561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096000" y="0"/>
              <a:ext cx="3048000" cy="291074"/>
              <a:chOff x="0" y="0"/>
              <a:chExt cx="372945" cy="3561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9144000" y="0"/>
              <a:ext cx="3048000" cy="291074"/>
              <a:chOff x="0" y="0"/>
              <a:chExt cx="372945" cy="3561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2192000" y="0"/>
              <a:ext cx="3048000" cy="291074"/>
              <a:chOff x="0" y="0"/>
              <a:chExt cx="372945" cy="3561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5240000" y="0"/>
              <a:ext cx="3048000" cy="291074"/>
              <a:chOff x="0" y="0"/>
              <a:chExt cx="372945" cy="3561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18288000" y="0"/>
              <a:ext cx="3048000" cy="291074"/>
              <a:chOff x="0" y="0"/>
              <a:chExt cx="372945" cy="3561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21336000" y="0"/>
              <a:ext cx="3048000" cy="291074"/>
              <a:chOff x="0" y="0"/>
              <a:chExt cx="372945" cy="3561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0" y="10078219"/>
            <a:ext cx="18288000" cy="218306"/>
            <a:chOff x="0" y="0"/>
            <a:chExt cx="24384000" cy="291074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3048000" cy="291074"/>
              <a:chOff x="0" y="0"/>
              <a:chExt cx="372945" cy="3561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3048000" y="0"/>
              <a:ext cx="3048000" cy="291074"/>
              <a:chOff x="0" y="0"/>
              <a:chExt cx="372945" cy="3561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096000" y="0"/>
              <a:ext cx="3048000" cy="291074"/>
              <a:chOff x="0" y="0"/>
              <a:chExt cx="372945" cy="3561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9144000" y="0"/>
              <a:ext cx="3048000" cy="291074"/>
              <a:chOff x="0" y="0"/>
              <a:chExt cx="372945" cy="3561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12192000" y="0"/>
              <a:ext cx="3048000" cy="291074"/>
              <a:chOff x="0" y="0"/>
              <a:chExt cx="372945" cy="3561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1BA0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5240000" y="0"/>
              <a:ext cx="3048000" cy="291074"/>
              <a:chOff x="0" y="0"/>
              <a:chExt cx="372945" cy="3561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3B9803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18288000" y="0"/>
              <a:ext cx="3048000" cy="291074"/>
              <a:chOff x="0" y="0"/>
              <a:chExt cx="372945" cy="3561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0281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21336000" y="0"/>
              <a:ext cx="3048000" cy="291074"/>
              <a:chOff x="0" y="0"/>
              <a:chExt cx="372945" cy="35615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372945" cy="35615"/>
              </a:xfrm>
              <a:custGeom>
                <a:avLst/>
                <a:gdLst/>
                <a:ahLst/>
                <a:cxnLst/>
                <a:rect l="l" t="t" r="r" b="b"/>
                <a:pathLst>
                  <a:path w="372945" h="35615">
                    <a:moveTo>
                      <a:pt x="0" y="0"/>
                    </a:moveTo>
                    <a:lnTo>
                      <a:pt x="372945" y="0"/>
                    </a:lnTo>
                    <a:lnTo>
                      <a:pt x="372945" y="35615"/>
                    </a:lnTo>
                    <a:lnTo>
                      <a:pt x="0" y="35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0" y="-66675"/>
                <a:ext cx="372945" cy="102290"/>
              </a:xfrm>
              <a:prstGeom prst="rect">
                <a:avLst/>
              </a:prstGeom>
            </p:spPr>
            <p:txBody>
              <a:bodyPr lIns="37333" tIns="37333" rIns="37333" bIns="37333" rtlCol="0" anchor="ctr"/>
              <a:lstStyle/>
              <a:p>
                <a:pPr algn="ctr">
                  <a:lnSpc>
                    <a:spcPts val="2577"/>
                  </a:lnSpc>
                </a:pPr>
                <a:endParaRPr/>
              </a:p>
            </p:txBody>
          </p: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A33E21A1-D84E-2689-A917-51684E2C0D80}"/>
              </a:ext>
            </a:extLst>
          </p:cNvPr>
          <p:cNvSpPr txBox="1"/>
          <p:nvPr/>
        </p:nvSpPr>
        <p:spPr>
          <a:xfrm>
            <a:off x="457200" y="7609807"/>
            <a:ext cx="11049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F3943E"/>
                </a:solidFill>
              </a:rPr>
              <a:t>LinkedIn: </a:t>
            </a:r>
            <a:r>
              <a:rPr lang="pt-BR" sz="3200" dirty="0">
                <a:solidFill>
                  <a:srgbClr val="F3943E"/>
                </a:solidFill>
              </a:rPr>
              <a:t>www.linkedin.com/in/joao-frederico-souza-de-paula</a:t>
            </a:r>
          </a:p>
          <a:p>
            <a:endParaRPr lang="pt-BR" sz="3200" b="1" dirty="0">
              <a:solidFill>
                <a:srgbClr val="F3943E"/>
              </a:solidFill>
            </a:endParaRPr>
          </a:p>
          <a:p>
            <a:r>
              <a:rPr lang="pt-BR" sz="3200" b="1" dirty="0">
                <a:solidFill>
                  <a:srgbClr val="F3943E"/>
                </a:solidFill>
              </a:rPr>
              <a:t>Lattes: </a:t>
            </a:r>
            <a:r>
              <a:rPr lang="pt-BR" sz="3200" dirty="0">
                <a:solidFill>
                  <a:srgbClr val="F3943E"/>
                </a:solidFill>
              </a:rPr>
              <a:t>http://lattes.cnpq.br/1658562639094334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1434</Words>
  <Application>Microsoft Office PowerPoint</Application>
  <PresentationFormat>Custom</PresentationFormat>
  <Paragraphs>494</Paragraphs>
  <Slides>43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Oswald Bold</vt:lpstr>
      <vt:lpstr>Futura</vt:lpstr>
      <vt:lpstr>Arial</vt:lpstr>
      <vt:lpstr>Calibri</vt:lpstr>
      <vt:lpstr>Oswald</vt:lpstr>
      <vt:lpstr>Cambria Math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Apresentação VIII Workshop PPGEE</dc:title>
  <cp:lastModifiedBy>João Frederico</cp:lastModifiedBy>
  <cp:revision>6</cp:revision>
  <dcterms:created xsi:type="dcterms:W3CDTF">2006-08-16T00:00:00Z</dcterms:created>
  <dcterms:modified xsi:type="dcterms:W3CDTF">2026-09-18T14:01:04Z</dcterms:modified>
  <dc:identifier>DAHTmAPcBS0</dc:identifier>
</cp:coreProperties>
</file>